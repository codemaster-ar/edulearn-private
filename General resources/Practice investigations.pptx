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4"/>
  </p:sldMasterIdLst>
  <p:sldIdLst>
    <p:sldId id="277" r:id="rId5"/>
    <p:sldId id="306" r:id="rId6"/>
    <p:sldId id="307" r:id="rId7"/>
    <p:sldId id="315" r:id="rId8"/>
    <p:sldId id="309" r:id="rId9"/>
    <p:sldId id="311" r:id="rId10"/>
    <p:sldId id="310" r:id="rId11"/>
    <p:sldId id="312" r:id="rId12"/>
    <p:sldId id="313" r:id="rId13"/>
    <p:sldId id="314" r:id="rId14"/>
    <p:sldId id="271" r:id="rId15"/>
    <p:sldId id="272" r:id="rId16"/>
    <p:sldId id="281" r:id="rId17"/>
    <p:sldId id="278" r:id="rId18"/>
    <p:sldId id="274" r:id="rId19"/>
    <p:sldId id="275" r:id="rId20"/>
    <p:sldId id="276" r:id="rId21"/>
    <p:sldId id="279" r:id="rId22"/>
    <p:sldId id="280" r:id="rId23"/>
    <p:sldId id="262" r:id="rId24"/>
    <p:sldId id="257" r:id="rId25"/>
    <p:sldId id="258" r:id="rId26"/>
    <p:sldId id="259" r:id="rId27"/>
    <p:sldId id="264" r:id="rId28"/>
    <p:sldId id="266" r:id="rId29"/>
    <p:sldId id="267" r:id="rId30"/>
    <p:sldId id="268" r:id="rId31"/>
    <p:sldId id="260" r:id="rId32"/>
    <p:sldId id="297" r:id="rId33"/>
    <p:sldId id="298" r:id="rId34"/>
    <p:sldId id="301" r:id="rId35"/>
    <p:sldId id="30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ADA62-6B9C-36B0-A87B-18C11AB060B7}" v="5" dt="2026-02-11T15:01:08.230"/>
    <p1510:client id="{A7005EA5-8763-4606-C24F-EEA955FC119E}" v="1" dt="2026-02-11T07:58:27.665"/>
    <p1510:client id="{BD099DF7-5B1B-D0A6-2D16-603F981B52C3}" v="5" dt="2026-02-11T08:19:50.148"/>
    <p1510:client id="{EE049194-795D-9D65-7988-DB382BBA0F9F}" v="5" dt="2026-02-11T08:31:35.991"/>
    <p1510:client id="{F122C6FA-7E89-4117-9B4A-7F55CF629B03}" v="2" dt="2026-02-11T08:29:17.524"/>
    <p1510:client id="{F85AF969-0245-4889-8733-FF5043119918}" v="17" dt="2026-02-11T08:29:09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ngjun Luo" userId="S::dia220526@diaestudents.com::bcce086a-a202-47d1-af6e-f190135f988b" providerId="AD" clId="Web-{A7005EA5-8763-4606-C24F-EEA955FC119E}"/>
    <pc:docChg chg="modSld">
      <pc:chgData name="Chongjun Luo" userId="S::dia220526@diaestudents.com::bcce086a-a202-47d1-af6e-f190135f988b" providerId="AD" clId="Web-{A7005EA5-8763-4606-C24F-EEA955FC119E}" dt="2026-02-11T07:58:27.665" v="0" actId="1076"/>
      <pc:docMkLst>
        <pc:docMk/>
      </pc:docMkLst>
      <pc:sldChg chg="modSp">
        <pc:chgData name="Chongjun Luo" userId="S::dia220526@diaestudents.com::bcce086a-a202-47d1-af6e-f190135f988b" providerId="AD" clId="Web-{A7005EA5-8763-4606-C24F-EEA955FC119E}" dt="2026-02-11T07:58:27.665" v="0" actId="1076"/>
        <pc:sldMkLst>
          <pc:docMk/>
          <pc:sldMk cId="1609553443" sldId="306"/>
        </pc:sldMkLst>
        <pc:spChg chg="mod">
          <ac:chgData name="Chongjun Luo" userId="S::dia220526@diaestudents.com::bcce086a-a202-47d1-af6e-f190135f988b" providerId="AD" clId="Web-{A7005EA5-8763-4606-C24F-EEA955FC119E}" dt="2026-02-11T07:58:27.665" v="0" actId="1076"/>
          <ac:spMkLst>
            <pc:docMk/>
            <pc:sldMk cId="1609553443" sldId="306"/>
            <ac:spMk id="5" creationId="{10B42C74-B635-7D55-C2A8-CF6699BC9BA5}"/>
          </ac:spMkLst>
        </pc:spChg>
      </pc:sldChg>
    </pc:docChg>
  </pc:docChgLst>
  <pc:docChgLst>
    <pc:chgData name="Krish Mimani" userId="5bdde600-397e-4b38-8d87-796fd3b8f0f6" providerId="ADAL" clId="{0BB7330E-A880-40E2-BE81-12EF96F18D75}"/>
    <pc:docChg chg="custSel modSld">
      <pc:chgData name="Krish Mimani" userId="5bdde600-397e-4b38-8d87-796fd3b8f0f6" providerId="ADAL" clId="{0BB7330E-A880-40E2-BE81-12EF96F18D75}" dt="2026-02-11T13:06:19.546" v="0" actId="7634"/>
      <pc:docMkLst>
        <pc:docMk/>
      </pc:docMkLst>
      <pc:sldChg chg="addSp mod">
        <pc:chgData name="Krish Mimani" userId="5bdde600-397e-4b38-8d87-796fd3b8f0f6" providerId="ADAL" clId="{0BB7330E-A880-40E2-BE81-12EF96F18D75}" dt="2026-02-11T13:06:19.546" v="0" actId="7634"/>
        <pc:sldMkLst>
          <pc:docMk/>
          <pc:sldMk cId="2747532192" sldId="309"/>
        </pc:sldMkLst>
        <pc:inkChg chg="add">
          <ac:chgData name="Krish Mimani" userId="5bdde600-397e-4b38-8d87-796fd3b8f0f6" providerId="ADAL" clId="{0BB7330E-A880-40E2-BE81-12EF96F18D75}" dt="2026-02-11T13:06:19.546" v="0" actId="7634"/>
          <ac:inkMkLst>
            <pc:docMk/>
            <pc:sldMk cId="2747532192" sldId="309"/>
            <ac:inkMk id="4" creationId="{E57684D1-0830-240D-8EB3-F2E36219B2B7}"/>
          </ac:inkMkLst>
        </pc:inkChg>
      </pc:sldChg>
    </pc:docChg>
  </pc:docChgLst>
  <pc:docChgLst>
    <pc:chgData name="Uprit, Sunandan" userId="S::dia200314@diaestudents.com::c0fcde2c-a7c3-498f-96e1-5dc9b47cae4f" providerId="AD" clId="Web-{170ADA62-6B9C-36B0-A87B-18C11AB060B7}"/>
    <pc:docChg chg="modSld">
      <pc:chgData name="Uprit, Sunandan" userId="S::dia200314@diaestudents.com::c0fcde2c-a7c3-498f-96e1-5dc9b47cae4f" providerId="AD" clId="Web-{170ADA62-6B9C-36B0-A87B-18C11AB060B7}" dt="2026-02-11T15:01:08.230" v="4" actId="1076"/>
      <pc:docMkLst>
        <pc:docMk/>
      </pc:docMkLst>
      <pc:sldChg chg="addSp modSp">
        <pc:chgData name="Uprit, Sunandan" userId="S::dia200314@diaestudents.com::c0fcde2c-a7c3-498f-96e1-5dc9b47cae4f" providerId="AD" clId="Web-{170ADA62-6B9C-36B0-A87B-18C11AB060B7}" dt="2026-02-11T15:01:08.230" v="4" actId="1076"/>
        <pc:sldMkLst>
          <pc:docMk/>
          <pc:sldMk cId="3087822827" sldId="313"/>
        </pc:sldMkLst>
        <pc:picChg chg="mod">
          <ac:chgData name="Uprit, Sunandan" userId="S::dia200314@diaestudents.com::c0fcde2c-a7c3-498f-96e1-5dc9b47cae4f" providerId="AD" clId="Web-{170ADA62-6B9C-36B0-A87B-18C11AB060B7}" dt="2026-02-11T15:01:08.230" v="4" actId="1076"/>
          <ac:picMkLst>
            <pc:docMk/>
            <pc:sldMk cId="3087822827" sldId="313"/>
            <ac:picMk id="4" creationId="{28B53ADA-D8BF-407B-8429-F9E902C386AE}"/>
          </ac:picMkLst>
        </pc:picChg>
        <pc:inkChg chg="add">
          <ac:chgData name="Uprit, Sunandan" userId="S::dia200314@diaestudents.com::c0fcde2c-a7c3-498f-96e1-5dc9b47cae4f" providerId="AD" clId="Web-{170ADA62-6B9C-36B0-A87B-18C11AB060B7}" dt="2026-02-11T14:51:36.649" v="0"/>
          <ac:inkMkLst>
            <pc:docMk/>
            <pc:sldMk cId="3087822827" sldId="313"/>
            <ac:inkMk id="6" creationId="{57FEB3EF-3FC4-2191-67BF-551D10DC202F}"/>
          </ac:inkMkLst>
        </pc:inkChg>
        <pc:inkChg chg="add">
          <ac:chgData name="Uprit, Sunandan" userId="S::dia200314@diaestudents.com::c0fcde2c-a7c3-498f-96e1-5dc9b47cae4f" providerId="AD" clId="Web-{170ADA62-6B9C-36B0-A87B-18C11AB060B7}" dt="2026-02-11T14:51:40.556" v="1"/>
          <ac:inkMkLst>
            <pc:docMk/>
            <pc:sldMk cId="3087822827" sldId="313"/>
            <ac:inkMk id="7" creationId="{A98C1E66-C1BA-942A-C40A-E1A1A2DA52A1}"/>
          </ac:inkMkLst>
        </pc:inkChg>
        <pc:inkChg chg="add">
          <ac:chgData name="Uprit, Sunandan" userId="S::dia200314@diaestudents.com::c0fcde2c-a7c3-498f-96e1-5dc9b47cae4f" providerId="AD" clId="Web-{170ADA62-6B9C-36B0-A87B-18C11AB060B7}" dt="2026-02-11T14:51:44.321" v="2"/>
          <ac:inkMkLst>
            <pc:docMk/>
            <pc:sldMk cId="3087822827" sldId="313"/>
            <ac:inkMk id="8" creationId="{BB7CB788-31CF-332C-865C-00A890A153DB}"/>
          </ac:inkMkLst>
        </pc:inkChg>
        <pc:inkChg chg="add">
          <ac:chgData name="Uprit, Sunandan" userId="S::dia200314@diaestudents.com::c0fcde2c-a7c3-498f-96e1-5dc9b47cae4f" providerId="AD" clId="Web-{170ADA62-6B9C-36B0-A87B-18C11AB060B7}" dt="2026-02-11T14:51:46.603" v="3"/>
          <ac:inkMkLst>
            <pc:docMk/>
            <pc:sldMk cId="3087822827" sldId="313"/>
            <ac:inkMk id="11" creationId="{153F3FF8-B432-1C42-E694-737C151E8CA6}"/>
          </ac:inkMkLst>
        </pc:inkChg>
      </pc:sldChg>
    </pc:docChg>
  </pc:docChgLst>
  <pc:docChgLst>
    <pc:chgData name="Krish Mimani" userId="S::dia17010@diaestudents.com::5bdde600-397e-4b38-8d87-796fd3b8f0f6" providerId="AD" clId="Web-{F85AF969-0245-4889-8733-FF5043119918}"/>
    <pc:docChg chg="modSld">
      <pc:chgData name="Krish Mimani" userId="S::dia17010@diaestudents.com::5bdde600-397e-4b38-8d87-796fd3b8f0f6" providerId="AD" clId="Web-{F85AF969-0245-4889-8733-FF5043119918}" dt="2026-02-11T08:29:09.933" v="16"/>
      <pc:docMkLst>
        <pc:docMk/>
      </pc:docMkLst>
      <pc:sldChg chg="addSp delSp">
        <pc:chgData name="Krish Mimani" userId="S::dia17010@diaestudents.com::5bdde600-397e-4b38-8d87-796fd3b8f0f6" providerId="AD" clId="Web-{F85AF969-0245-4889-8733-FF5043119918}" dt="2026-02-11T08:29:09.933" v="16"/>
        <pc:sldMkLst>
          <pc:docMk/>
          <pc:sldMk cId="3087822827" sldId="313"/>
        </pc:sldMkLst>
        <pc:inkChg chg="add">
          <ac:chgData name="Krish Mimani" userId="S::dia17010@diaestudents.com::5bdde600-397e-4b38-8d87-796fd3b8f0f6" providerId="AD" clId="Web-{F85AF969-0245-4889-8733-FF5043119918}" dt="2026-02-11T08:13:43.258" v="0"/>
          <ac:inkMkLst>
            <pc:docMk/>
            <pc:sldMk cId="3087822827" sldId="313"/>
            <ac:inkMk id="5" creationId="{C8587F46-AD97-7EAA-7077-0B08B6678121}"/>
          </ac:inkMkLst>
        </pc:inkChg>
        <pc:inkChg chg="add">
          <ac:chgData name="Krish Mimani" userId="S::dia17010@diaestudents.com::5bdde600-397e-4b38-8d87-796fd3b8f0f6" providerId="AD" clId="Web-{F85AF969-0245-4889-8733-FF5043119918}" dt="2026-02-11T08:13:46.242" v="1"/>
          <ac:inkMkLst>
            <pc:docMk/>
            <pc:sldMk cId="3087822827" sldId="313"/>
            <ac:inkMk id="6" creationId="{0EFFF870-BC9A-4FA6-C0DF-E019C4BD799F}"/>
          </ac:inkMkLst>
        </pc:inkChg>
        <pc:inkChg chg="add">
          <ac:chgData name="Krish Mimani" userId="S::dia17010@diaestudents.com::5bdde600-397e-4b38-8d87-796fd3b8f0f6" providerId="AD" clId="Web-{F85AF969-0245-4889-8733-FF5043119918}" dt="2026-02-11T08:28:37.792" v="9"/>
          <ac:inkMkLst>
            <pc:docMk/>
            <pc:sldMk cId="3087822827" sldId="313"/>
            <ac:inkMk id="6" creationId="{271C1BBA-C016-453E-BD84-70073DDFDBF7}"/>
          </ac:inkMkLst>
        </pc:inkChg>
        <pc:inkChg chg="add">
          <ac:chgData name="Krish Mimani" userId="S::dia17010@diaestudents.com::5bdde600-397e-4b38-8d87-796fd3b8f0f6" providerId="AD" clId="Web-{F85AF969-0245-4889-8733-FF5043119918}" dt="2026-02-11T08:28:42.355" v="10"/>
          <ac:inkMkLst>
            <pc:docMk/>
            <pc:sldMk cId="3087822827" sldId="313"/>
            <ac:inkMk id="7" creationId="{4F9CBD28-6514-027B-51FB-43530BDF001E}"/>
          </ac:inkMkLst>
        </pc:inkChg>
        <pc:inkChg chg="add del">
          <ac:chgData name="Krish Mimani" userId="S::dia17010@diaestudents.com::5bdde600-397e-4b38-8d87-796fd3b8f0f6" providerId="AD" clId="Web-{F85AF969-0245-4889-8733-FF5043119918}" dt="2026-02-11T08:13:52.805" v="5"/>
          <ac:inkMkLst>
            <pc:docMk/>
            <pc:sldMk cId="3087822827" sldId="313"/>
            <ac:inkMk id="7" creationId="{86F10190-4BEF-10A1-E00A-721C12762985}"/>
          </ac:inkMkLst>
        </pc:inkChg>
        <pc:inkChg chg="add del">
          <ac:chgData name="Krish Mimani" userId="S::dia17010@diaestudents.com::5bdde600-397e-4b38-8d87-796fd3b8f0f6" providerId="AD" clId="Web-{F85AF969-0245-4889-8733-FF5043119918}" dt="2026-02-11T08:13:52.070" v="4"/>
          <ac:inkMkLst>
            <pc:docMk/>
            <pc:sldMk cId="3087822827" sldId="313"/>
            <ac:inkMk id="8" creationId="{21CF8445-E1BC-03B4-B344-41457297D72D}"/>
          </ac:inkMkLst>
        </pc:inkChg>
        <pc:inkChg chg="add del">
          <ac:chgData name="Krish Mimani" userId="S::dia17010@diaestudents.com::5bdde600-397e-4b38-8d87-796fd3b8f0f6" providerId="AD" clId="Web-{F85AF969-0245-4889-8733-FF5043119918}" dt="2026-02-11T08:29:04.996" v="14"/>
          <ac:inkMkLst>
            <pc:docMk/>
            <pc:sldMk cId="3087822827" sldId="313"/>
            <ac:inkMk id="8" creationId="{27C8DA29-47C5-904B-1386-DE7275B740A3}"/>
          </ac:inkMkLst>
        </pc:inkChg>
        <pc:inkChg chg="add">
          <ac:chgData name="Krish Mimani" userId="S::dia17010@diaestudents.com::5bdde600-397e-4b38-8d87-796fd3b8f0f6" providerId="AD" clId="Web-{F85AF969-0245-4889-8733-FF5043119918}" dt="2026-02-11T08:14:04.071" v="6"/>
          <ac:inkMkLst>
            <pc:docMk/>
            <pc:sldMk cId="3087822827" sldId="313"/>
            <ac:inkMk id="9" creationId="{01CB6BC5-87A6-AFD0-F783-5BC9406D43ED}"/>
          </ac:inkMkLst>
        </pc:inkChg>
        <pc:inkChg chg="add">
          <ac:chgData name="Krish Mimani" userId="S::dia17010@diaestudents.com::5bdde600-397e-4b38-8d87-796fd3b8f0f6" providerId="AD" clId="Web-{F85AF969-0245-4889-8733-FF5043119918}" dt="2026-02-11T08:14:11.758" v="7"/>
          <ac:inkMkLst>
            <pc:docMk/>
            <pc:sldMk cId="3087822827" sldId="313"/>
            <ac:inkMk id="10" creationId="{7A0BCE3C-1581-7C29-1830-85D91A0D548D}"/>
          </ac:inkMkLst>
        </pc:inkChg>
        <pc:inkChg chg="add del">
          <ac:chgData name="Krish Mimani" userId="S::dia17010@diaestudents.com::5bdde600-397e-4b38-8d87-796fd3b8f0f6" providerId="AD" clId="Web-{F85AF969-0245-4889-8733-FF5043119918}" dt="2026-02-11T08:29:09.933" v="16"/>
          <ac:inkMkLst>
            <pc:docMk/>
            <pc:sldMk cId="3087822827" sldId="313"/>
            <ac:inkMk id="11" creationId="{67FA6332-ABEC-39D9-FBF7-DD5528225497}"/>
          </ac:inkMkLst>
        </pc:inkChg>
        <pc:inkChg chg="add">
          <ac:chgData name="Krish Mimani" userId="S::dia17010@diaestudents.com::5bdde600-397e-4b38-8d87-796fd3b8f0f6" providerId="AD" clId="Web-{F85AF969-0245-4889-8733-FF5043119918}" dt="2026-02-11T08:14:17.743" v="8"/>
          <ac:inkMkLst>
            <pc:docMk/>
            <pc:sldMk cId="3087822827" sldId="313"/>
            <ac:inkMk id="11" creationId="{9932B0C9-6CBD-79FF-ED7D-C132CFD8DFA8}"/>
          </ac:inkMkLst>
        </pc:inkChg>
        <pc:inkChg chg="add del">
          <ac:chgData name="Krish Mimani" userId="S::dia17010@diaestudents.com::5bdde600-397e-4b38-8d87-796fd3b8f0f6" providerId="AD" clId="Web-{F85AF969-0245-4889-8733-FF5043119918}" dt="2026-02-11T08:29:07.075" v="15"/>
          <ac:inkMkLst>
            <pc:docMk/>
            <pc:sldMk cId="3087822827" sldId="313"/>
            <ac:inkMk id="13" creationId="{D6D8B30B-B719-4C14-C8E9-BC786F61F2EE}"/>
          </ac:inkMkLst>
        </pc:inkChg>
      </pc:sldChg>
    </pc:docChg>
  </pc:docChgLst>
  <pc:docChgLst>
    <pc:chgData name="Aadhyatm, Tak" userId="S::dia220310@diaestudents.com::e49192ae-2774-4ced-8fcc-9ed324693e2d" providerId="AD" clId="Web-{F122C6FA-7E89-4117-9B4A-7F55CF629B03}"/>
    <pc:docChg chg="modSld">
      <pc:chgData name="Aadhyatm, Tak" userId="S::dia220310@diaestudents.com::e49192ae-2774-4ced-8fcc-9ed324693e2d" providerId="AD" clId="Web-{F122C6FA-7E89-4117-9B4A-7F55CF629B03}" dt="2026-02-11T08:29:17.524" v="1"/>
      <pc:docMkLst>
        <pc:docMk/>
      </pc:docMkLst>
      <pc:sldChg chg="delSp">
        <pc:chgData name="Aadhyatm, Tak" userId="S::dia220310@diaestudents.com::e49192ae-2774-4ced-8fcc-9ed324693e2d" providerId="AD" clId="Web-{F122C6FA-7E89-4117-9B4A-7F55CF629B03}" dt="2026-02-11T08:29:17.524" v="1"/>
        <pc:sldMkLst>
          <pc:docMk/>
          <pc:sldMk cId="3087822827" sldId="313"/>
        </pc:sldMkLst>
        <pc:inkChg chg="del">
          <ac:chgData name="Aadhyatm, Tak" userId="S::dia220310@diaestudents.com::e49192ae-2774-4ced-8fcc-9ed324693e2d" providerId="AD" clId="Web-{F122C6FA-7E89-4117-9B4A-7F55CF629B03}" dt="2026-02-11T08:29:17.524" v="1"/>
          <ac:inkMkLst>
            <pc:docMk/>
            <pc:sldMk cId="3087822827" sldId="313"/>
            <ac:inkMk id="6" creationId="{271C1BBA-C016-453E-BD84-70073DDFDBF7}"/>
          </ac:inkMkLst>
        </pc:inkChg>
        <pc:inkChg chg="del">
          <ac:chgData name="Aadhyatm, Tak" userId="S::dia220310@diaestudents.com::e49192ae-2774-4ced-8fcc-9ed324693e2d" providerId="AD" clId="Web-{F122C6FA-7E89-4117-9B4A-7F55CF629B03}" dt="2026-02-11T08:29:15.259" v="0"/>
          <ac:inkMkLst>
            <pc:docMk/>
            <pc:sldMk cId="3087822827" sldId="313"/>
            <ac:inkMk id="7" creationId="{4F9CBD28-6514-027B-51FB-43530BDF001E}"/>
          </ac:inkMkLst>
        </pc:inkChg>
      </pc:sldChg>
    </pc:docChg>
  </pc:docChgLst>
  <pc:docChgLst>
    <pc:chgData name="Uprit, Sunandan" userId="S::dia200314@diaestudents.com::c0fcde2c-a7c3-498f-96e1-5dc9b47cae4f" providerId="AD" clId="Web-{EE049194-795D-9D65-7988-DB382BBA0F9F}"/>
    <pc:docChg chg="modSld">
      <pc:chgData name="Uprit, Sunandan" userId="S::dia200314@diaestudents.com::c0fcde2c-a7c3-498f-96e1-5dc9b47cae4f" providerId="AD" clId="Web-{EE049194-795D-9D65-7988-DB382BBA0F9F}" dt="2026-02-11T08:31:35.991" v="4"/>
      <pc:docMkLst>
        <pc:docMk/>
      </pc:docMkLst>
      <pc:sldChg chg="addSp modSp">
        <pc:chgData name="Uprit, Sunandan" userId="S::dia200314@diaestudents.com::c0fcde2c-a7c3-498f-96e1-5dc9b47cae4f" providerId="AD" clId="Web-{EE049194-795D-9D65-7988-DB382BBA0F9F}" dt="2026-02-11T08:31:35.991" v="4"/>
        <pc:sldMkLst>
          <pc:docMk/>
          <pc:sldMk cId="3087822827" sldId="313"/>
        </pc:sldMkLst>
        <pc:picChg chg="mod">
          <ac:chgData name="Uprit, Sunandan" userId="S::dia200314@diaestudents.com::c0fcde2c-a7c3-498f-96e1-5dc9b47cae4f" providerId="AD" clId="Web-{EE049194-795D-9D65-7988-DB382BBA0F9F}" dt="2026-02-11T08:13:41.088" v="2" actId="1076"/>
          <ac:picMkLst>
            <pc:docMk/>
            <pc:sldMk cId="3087822827" sldId="313"/>
            <ac:picMk id="4" creationId="{28B53ADA-D8BF-407B-8429-F9E902C386AE}"/>
          </ac:picMkLst>
        </pc:picChg>
        <pc:inkChg chg="add">
          <ac:chgData name="Uprit, Sunandan" userId="S::dia200314@diaestudents.com::c0fcde2c-a7c3-498f-96e1-5dc9b47cae4f" providerId="AD" clId="Web-{EE049194-795D-9D65-7988-DB382BBA0F9F}" dt="2026-02-11T08:19:57.971" v="3"/>
          <ac:inkMkLst>
            <pc:docMk/>
            <pc:sldMk cId="3087822827" sldId="313"/>
            <ac:inkMk id="12" creationId="{0AE0AE1E-6F7E-4878-8027-0546B19383F4}"/>
          </ac:inkMkLst>
        </pc:inkChg>
        <pc:inkChg chg="add">
          <ac:chgData name="Uprit, Sunandan" userId="S::dia200314@diaestudents.com::c0fcde2c-a7c3-498f-96e1-5dc9b47cae4f" providerId="AD" clId="Web-{EE049194-795D-9D65-7988-DB382BBA0F9F}" dt="2026-02-11T08:31:35.991" v="4"/>
          <ac:inkMkLst>
            <pc:docMk/>
            <pc:sldMk cId="3087822827" sldId="313"/>
            <ac:inkMk id="14" creationId="{EE8384EA-9246-CC10-ACBB-0E4B8C5B0517}"/>
          </ac:inkMkLst>
        </pc:inkChg>
      </pc:sldChg>
    </pc:docChg>
  </pc:docChgLst>
  <pc:docChgLst>
    <pc:chgData name="Adam Kamel" userId="S::dia17062@diaestudents.com::ab843b78-76d0-4c34-977b-442993502693" providerId="AD" clId="Web-{BD099DF7-5B1B-D0A6-2D16-603F981B52C3}"/>
    <pc:docChg chg="modSld">
      <pc:chgData name="Adam Kamel" userId="S::dia17062@diaestudents.com::ab843b78-76d0-4c34-977b-442993502693" providerId="AD" clId="Web-{BD099DF7-5B1B-D0A6-2D16-603F981B52C3}" dt="2026-02-11T08:19:50.148" v="4"/>
      <pc:docMkLst>
        <pc:docMk/>
      </pc:docMkLst>
      <pc:sldChg chg="modSp">
        <pc:chgData name="Adam Kamel" userId="S::dia17062@diaestudents.com::ab843b78-76d0-4c34-977b-442993502693" providerId="AD" clId="Web-{BD099DF7-5B1B-D0A6-2D16-603F981B52C3}" dt="2026-02-11T08:16:35.243" v="2" actId="1076"/>
        <pc:sldMkLst>
          <pc:docMk/>
          <pc:sldMk cId="3956859467" sldId="275"/>
        </pc:sldMkLst>
        <pc:picChg chg="mod">
          <ac:chgData name="Adam Kamel" userId="S::dia17062@diaestudents.com::ab843b78-76d0-4c34-977b-442993502693" providerId="AD" clId="Web-{BD099DF7-5B1B-D0A6-2D16-603F981B52C3}" dt="2026-02-11T08:16:35.243" v="2" actId="1076"/>
          <ac:picMkLst>
            <pc:docMk/>
            <pc:sldMk cId="3956859467" sldId="275"/>
            <ac:picMk id="4" creationId="{7925FB12-E199-8860-8907-829DB2871645}"/>
          </ac:picMkLst>
        </pc:picChg>
      </pc:sldChg>
      <pc:sldChg chg="modSp">
        <pc:chgData name="Adam Kamel" userId="S::dia17062@diaestudents.com::ab843b78-76d0-4c34-977b-442993502693" providerId="AD" clId="Web-{BD099DF7-5B1B-D0A6-2D16-603F981B52C3}" dt="2026-02-11T08:01:53.986" v="0" actId="1076"/>
        <pc:sldMkLst>
          <pc:docMk/>
          <pc:sldMk cId="4233186412" sldId="310"/>
        </pc:sldMkLst>
        <pc:picChg chg="mod">
          <ac:chgData name="Adam Kamel" userId="S::dia17062@diaestudents.com::ab843b78-76d0-4c34-977b-442993502693" providerId="AD" clId="Web-{BD099DF7-5B1B-D0A6-2D16-603F981B52C3}" dt="2026-02-11T08:01:53.986" v="0" actId="1076"/>
          <ac:picMkLst>
            <pc:docMk/>
            <pc:sldMk cId="4233186412" sldId="310"/>
            <ac:picMk id="4" creationId="{065C0368-C63D-4EAA-8B33-FBA4CA0E4A3C}"/>
          </ac:picMkLst>
        </pc:picChg>
      </pc:sldChg>
      <pc:sldChg chg="delSp">
        <pc:chgData name="Adam Kamel" userId="S::dia17062@diaestudents.com::ab843b78-76d0-4c34-977b-442993502693" providerId="AD" clId="Web-{BD099DF7-5B1B-D0A6-2D16-603F981B52C3}" dt="2026-02-11T08:19:50.148" v="4"/>
        <pc:sldMkLst>
          <pc:docMk/>
          <pc:sldMk cId="3087822827" sldId="313"/>
        </pc:sldMkLst>
        <pc:inkChg chg="del">
          <ac:chgData name="Adam Kamel" userId="S::dia17062@diaestudents.com::ab843b78-76d0-4c34-977b-442993502693" providerId="AD" clId="Web-{BD099DF7-5B1B-D0A6-2D16-603F981B52C3}" dt="2026-02-11T08:19:47.398" v="3"/>
          <ac:inkMkLst>
            <pc:docMk/>
            <pc:sldMk cId="3087822827" sldId="313"/>
            <ac:inkMk id="6" creationId="{0EFFF870-BC9A-4FA6-C0DF-E019C4BD799F}"/>
          </ac:inkMkLst>
        </pc:inkChg>
        <pc:inkChg chg="del">
          <ac:chgData name="Adam Kamel" userId="S::dia17062@diaestudents.com::ab843b78-76d0-4c34-977b-442993502693" providerId="AD" clId="Web-{BD099DF7-5B1B-D0A6-2D16-603F981B52C3}" dt="2026-02-11T08:19:50.148" v="4"/>
          <ac:inkMkLst>
            <pc:docMk/>
            <pc:sldMk cId="3087822827" sldId="313"/>
            <ac:inkMk id="11" creationId="{9932B0C9-6CBD-79FF-ED7D-C132CFD8DFA8}"/>
          </ac:inkMkLst>
        </pc:inkChg>
      </pc:sldChg>
    </pc:docChg>
  </pc:docChgLst>
  <pc:docChgLst>
    <pc:chgData name="Yuvaan, Alur" userId="S::dia220245@diaestudents.com::edfc7e34-4ab4-46c2-8251-2f07cd833efe" providerId="AD" clId="Web-{4BB8487A-C7EA-E411-F574-3748A3F505B5}"/>
    <pc:docChg chg="modSld">
      <pc:chgData name="Yuvaan, Alur" userId="S::dia220245@diaestudents.com::edfc7e34-4ab4-46c2-8251-2f07cd833efe" providerId="AD" clId="Web-{4BB8487A-C7EA-E411-F574-3748A3F505B5}" dt="2026-02-10T06:22:58.953" v="2"/>
      <pc:docMkLst>
        <pc:docMk/>
      </pc:docMkLst>
      <pc:sldChg chg="modSp">
        <pc:chgData name="Yuvaan, Alur" userId="S::dia220245@diaestudents.com::edfc7e34-4ab4-46c2-8251-2f07cd833efe" providerId="AD" clId="Web-{4BB8487A-C7EA-E411-F574-3748A3F505B5}" dt="2026-02-10T06:22:48.280" v="0" actId="1076"/>
        <pc:sldMkLst>
          <pc:docMk/>
          <pc:sldMk cId="1234598881" sldId="272"/>
        </pc:sldMkLst>
        <pc:spChg chg="mod">
          <ac:chgData name="Yuvaan, Alur" userId="S::dia220245@diaestudents.com::edfc7e34-4ab4-46c2-8251-2f07cd833efe" providerId="AD" clId="Web-{4BB8487A-C7EA-E411-F574-3748A3F505B5}" dt="2026-02-10T06:22:48.280" v="0" actId="1076"/>
          <ac:spMkLst>
            <pc:docMk/>
            <pc:sldMk cId="1234598881" sldId="272"/>
            <ac:spMk id="12" creationId="{6D5C9A86-1EB9-0C74-E87E-F96A5205B769}"/>
          </ac:spMkLst>
        </pc:spChg>
      </pc:sldChg>
      <pc:sldChg chg="addSp delSp addAnim delAnim">
        <pc:chgData name="Yuvaan, Alur" userId="S::dia220245@diaestudents.com::edfc7e34-4ab4-46c2-8251-2f07cd833efe" providerId="AD" clId="Web-{4BB8487A-C7EA-E411-F574-3748A3F505B5}" dt="2026-02-10T06:22:58.953" v="2"/>
        <pc:sldMkLst>
          <pc:docMk/>
          <pc:sldMk cId="1497993847" sldId="281"/>
        </pc:sldMkLst>
        <pc:spChg chg="add del">
          <ac:chgData name="Yuvaan, Alur" userId="S::dia220245@diaestudents.com::edfc7e34-4ab4-46c2-8251-2f07cd833efe" providerId="AD" clId="Web-{4BB8487A-C7EA-E411-F574-3748A3F505B5}" dt="2026-02-10T06:22:58.953" v="2"/>
          <ac:spMkLst>
            <pc:docMk/>
            <pc:sldMk cId="1497993847" sldId="281"/>
            <ac:spMk id="16" creationId="{47553917-9D2E-0361-76FC-3C55270517E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4:48:16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13735 7236 7667,'-2'-14'2457,"-3"0"1,2 1-1,-5 2 1,2 5 7372,3 4-9638,1 5 0,2 13 0,0 3 0,2 5 0,1 4 0,3 5 0,1 4-192,-1-1 0,5 11 0,-3-9 0,6 10 0,0-6 0,1-2 0,-3-2 0,-1 1 0,-1 2 0,-1-4 0,6-4 0,-3-8 0,-1-1 0,-3 1 0,0-1 0,-2-4 0,1-6 0,-1-4-1338,-1-1 1,-4-4-1,4-10 1,-3-4-1831,-2-4 1,0-1 2512,0 0 655,6 0 0,14-26 0,10-6 0</inkml:trace>
  <inkml:trace contextRef="#ctx0" brushRef="#br0" timeOffset="1">13976 7293 9630,'-28'63'947,"6"-3"1,3 5-1,5-2 1,4-4 0,6-6-1,2-5 1,4-6 1386,2-4-2320,4 3 0,11-11 0,2 2 0,2-7 1,6-6-1,4-5 0,5-4-182,6-5 0,0-5 0,7-5 70,-2-5 1,3-9 0,-5-4 0,-4-4-1,-7-2 1,-9 1 0,-6 1 0,-9 2-1,-4 1-734,-1-1 896,-6 4 1,6-4 0,-9 6 0,-3 0 0,-4 0 0,-4 0 0,-1 4 351,0 3 1,-5 1 0,-2 5-349,-1-2 0,-3 5 0,-7-2 0,-3 5 1,-1 7-1,-3 5 0,-2 7 0,-2 2 0,2 1-1581,3 0 180,3 2 0,7 4 1333,-1 1 0,45 12 0,11 3 0</inkml:trace>
  <inkml:trace contextRef="#ctx0" brushRef="#br0" timeOffset="2">17133 7975 7691,'0'15'796,"0"5"0,5-4 0,1 1 0,2-6 0,3-6 0,1-3 0,3-4 0,0-3 0,4-4 2374,5-4-3186,3-7 1,1 2 0,1-4 0,-1 0 0,1 0 0,1-2-1,0 1-364,-2-1 0,4 7 0,-10-2-121,0 3 1,-1 2-1,-7-1 1,0 3 0,-1 1 500,-4 1 0,16 7 0,-1-3 0</inkml:trace>
  <inkml:trace contextRef="#ctx0" brushRef="#br0" timeOffset="3">16877 7720 7668,'0'-15'1450,"-5"0"1,0-3 0,2-2 0,2-3 0,1-2 0,0-2 1432,0-1-2770,6-7 0,-3 4 1,7-7-1,1-2 0,1-1 1,3 0-1,-1 2 230,0 1 1,5 1-1,0-1-262,-2 5 1,4 5-1,-2 4 1,-2 5-1,-1 5 1,-2 4-1,0 6 1,1 2 0,-1 4 386,0 2-352,0 4 1,0 7-1,1 0 1,-1 4-1,0 3 1,0 2 0,1 0 243,-1 1 1,-2 2 0,-1 3-230,-1 3 0,-5-1 1,3 6-1,-2 0 1,-3-1-1,-1 1 1,-2 2-1,0 2 1,-2 4 396,-3 2-544,-3 5 0,-6-8 1,0 2-1,1-3 1,2-1-1,2-2 0,-1-3-43,2-5 1,-3-3-1,5-2-25,-2 1 0,3-7 0,-2-3 0,-1-3-134,0-2 71,5-6 1,-4-3 0,9-9 0,4-2 0,7-3 86,4-7 0,8-3 0,-2-6 14,-1 1 1,5 0-1,-4-4 1,4-1 0,2 1-527,-1 0 1,0-1 0,-1 2 0,-1 2-310,-3 1 1,-5 7 0,1-2 0,-4 3 0,0 2 0,-1 0 0,0 0-3543,0-1 4423,-6 7 0,17 8 0,-1 8 0</inkml:trace>
  <inkml:trace contextRef="#ctx0" brushRef="#br0" timeOffset="4">17758 7137 9709,'15'-8'1069,"-1"-5"0,2 10 1,3-8-1,6-5 1,5-4-1,5-6 1,1-1 650,3-3-1750,-4-1 1,0 4 0,-7 2 0,-1 3 0,-3 1 0,-5 4-346,-3 1-1892,-8 8 971,-2 2 1201,-6 6 1,-2 0-1,-2 0 1,-6 1-121,-3 4 0,-1-2 0,-2 7 1,-2 1 1,-5 6-1,-5 4 1,0-1-1,-1 2 132,1 0 0,-1-4 0,2 1 0,2-2 185,1 2 1,7-3 0,-2 1 0,3-4 0,2-4 1130,0 2-692,6-4 1,3-1 201,10-6-720,-3 0 0,4 2 0,-6 2 0,0 6 0,1 2 0,3 3 0,0-1 344,-1 0-309,-1 7 0,3-6 1,1 6-1,0-2 1,2 0-1,-1 0 1,1 0 304,-1 0-345,-3 0 1,7-5-1,-5 0 1,0 0-1,2-1 1,-1-2 0,-1-2-134,-3 3 1,3-5-172,-1 3 1,1-2-385,-1 1 416,-3-2 274,4-7 0,-4 0 1,1-2 63,1-3 1,6-3 0,-4-6 0,2 0 0,3-2 57,2-3-179,7 3 0,-2-10 1,4 2-1,0-3 0,-1 0 1,1 2-1,-2 3-478,1 1 501,4-4 1,-9 11-1,4-2 1,-1 6 0,0 4-1,-1 3 1,-3 1 408,0 2-252,-1 0 0,0 7 0,-1 4 1,-2 5-1,-3 4 0,-2 2 0,-3 4 488,-1 0 0,-2 8 1,-2 0-1,-3 3-212,-4 2 1,-10 2 0,-5 2 0,-3-1-238,-1 1 0,0-5 0,-1-2 0,2-2-217,4-8 0,-3 1 0,7-8 0,0-1-1953,-1-3-874,10-7 0,-2-3 2861,12-10 0,6-15 0,2-10 0</inkml:trace>
  <inkml:trace contextRef="#ctx0" brushRef="#br0" timeOffset="5">20417 7606 7585,'6'-21'446,"-2"4"1,5-7 0,2-1-1,2-2 1,1-1 0,0-1 0,2-1-1,3-1 1,3-3 0,0 3 2985,-3 1-3251,3 1 0,-6 7 1,5 5-1,-2 4 0,0 5 1,-2 2-1,-3 4 339,-4 6 1,2 4 0,-2 6-229,2 0 1,1 8 0,-2 5-1,-3 8 1,-2 4-80,-3 5 1,-1 2-1,-2-2-195,0 4 0,-2-4 1,-1 3-1,-3-4 1,-2-3-49,-3-3 1,0-10 0,0 0-343,1-5 1,6-9 49,-6-8 0,13-15 0,2-6 368,6-4 0,11-9 1,5-5-1,6-1 1,4 0 79,2 4 1,-3 2-4,2 5 0,-6-1 1,3 6-1,-2 2 1,-2 1-1,-2 3 101,-4 4 0,-7 3 1,1 6-1,-5 1-54,-5 4 1,-1 3 0,-5 6-1,2 0 62,-2 0 0,-1 7 1,-2 3-1,-2 1-99,-3-1 0,2 7 0,-6-2 0,-2 1 26,-2 0-204,-7 4 1,2-2 0,-6 4 0,-2 1 0,-4-3 0,-4 1 0,1-3-1645,-1-2 954,3-8 0,-3 0 0,7-6 0,2-2 0,2-6-2748,3-5 2798,7-3 1,9-8 0,10-6 684,8-8 0,7-24 0,4-11 0,5-4 0,0-1 0</inkml:trace>
  <inkml:trace contextRef="#ctx0" brushRef="#br0" timeOffset="6">21441 7051 7589,'-33'7'1468,"-1"1"-993,3-1 375,1 6 0,8-11 0,3 2 0,3-2 470,2-2-1170,6 0 0,-3 2 1,6 2-1,2 7 0,1 8 1,2 10 150,0 7 1,2 8 0,3 7-1,6 6-30,6 1 0,0-1 1,9-3-1,4-2-108,6 2 1,2-12 0,3-4 0,5-8 18,3-6-250,-3-4 0,7-12 0,-7-3 0,-3-3 0,-7-4 0,-4-3 0,-7-3 13,-3 0 0,-4-4 0,-7 2 1,-4-2 115,0-2 1,-2-1 0,-4 1 0,2 0 179,2 0 1,0-1 0,-5 0-1,0-3 3,0-1 1,-2-1-1,-1 2 1,-3-1-93,-2 2 1,-2 1-1,-2 2 1,1 0-100,1 0 1,-1-1 0,-6 3 0,-4 1-109,-1 1 1,-2 7-1,-4-3 1,-2 1-468,-3 0 295,3 1 1,-11 5-1,3 4 1,-2 4 0,1 6-1,2 2 1,3 2-1504,2-2 1409,2 5 0,8-4 0,3 4 0,3-2 0,2-2 0,1-2 0,4-2-1106,4 0 0,4-5 666,1 1 0,0-5 761,0 4 0,44-6 0,11 4 0</inkml:trace>
  <inkml:trace contextRef="#ctx0" brushRef="#br0" timeOffset="7">23275 7506 8089,'-14'8'976,"-1"5"1,6-5-1,-1 4 1,1-1 1812,1-1-2646,2-13 0,7 6 1,4-13-1,5-2 0,2-4 1,4-5-1,3-1 209,5-3 0,4-7 0,4-1-230,1 2 0,0-1 0,-3 0 1,2-1-1,2 0 22,3-2 0,-6 7 0,3-2-95,-4 5 1,-2 7 0,0-1 0,-1 5 0,-3 5 137,-5 4 1,-3 5 0,-2 5-26,0 4 1,5 10-1,0 5 1,-2 3 0,-1 3 349,-2 3 0,1 5-356,-1 9 0,0 4 1,-1 6-1,-2-1 1,-3 3-1,0 2-117,0 6 0,-5-4 1,3-1-1,-1-2-144,-1 1 0,1-2 0,-5 1 0,0-7-78,0-5 1,0-10 0,2-5-1,1-5-165,2-4 0,6-10-74,-2-9 271,-2-3 0,5-2 0,-2 0 0,4-2 1,3-1-1,4-4 0,1 0-287,3-4 0,-3-2 1,2-1-1,0-2 201,-2-3 0,3 2 1,-4-6-1,-1 3-38,1 3 0,-1-4 0,-2 0 0,1 1-247,-2-1 0,-1 2 0,-2 5 0,-1 0-155,-4 0 0,2-2 0,-5-1 0,1-2-704,-1 1 1381,-1 2 0,-11-36 0,-2-9 0</inkml:trace>
  <inkml:trace contextRef="#ctx0" brushRef="#br0" timeOffset="8">24526 7066 7574,'-14'0'311,"4"4"1,1 1 0,-2-2 0,-2-1 0,-1-1 0,0 3 1897,0 0-2181,6 1 1,-5-5-1,4 2 1,-4 1 0,-1 1-1,-1 1 1,1 0 128,0 0 0,0 6 1,0-2-154,-1 4 1,1 1-1,1 0 1,2 2 0,4 1 71,0 2 0,2 7 0,5-1 0,0 7 1,0-2 0,2 4 0,3-1 0,4 1 0,4-3 0,1-2 0,0-4 0,1-3 228,-1-1-299,0-9 0,-5-1 0,1-6 1,1-2-1,0 0 0,0 1 1,-1 0-210,1-1 211,-5-1 0,7-2 1,-4-2-1,4-1 1,-1-3 86,-2-2 1,2 3-83,-2-4 0,3 1 1,-1-3-1,-1 1 1,-1-1-1,1-1 83,1-3-87,3 1 0,-3-5 0,-1 0 0,-1 0 1,1 0-1,0-1 0,0-1 107,-1 1-122,-7-5 0,8 7 1,-7-5-1,1-1 1,0 0-1,0 2 1,-2 0-185,-2 0 157,-1 4 0,0-7 0,0 6 0,-1 2 0,-2 1 0,-4 2 0,1 0-190,0-1 222,1 1 0,3 6 0,-1 2 1,-3 1 44,-2 0 1,0-1 0,-3 3-24,2-2 1,-1-4 0,-4 4 14,0 2 166,6 1 0,-5-2 549,4-1-373,2 0 0,1 7-104,6 2 1,2 4 0,2 8 0,7 3-128,7 5 0,-1 4 1,8 5-1,4 5 20,2 3 0,4 8 0,-2 3 0,4 2-95,-1-2 1,5 4 0,-3-6 0,3 2-186,2 0 1,-7-12 0,-3-2 0,-3-8-406,-1-7-95,-1-2 0,-4-8 0,-2-4-1876,-1-4 2019,-9-4 1,-6-7-1,-7-3 1,-4-4-1,-6-1 470,-6 0 0,-21-5 0,-10-2 0,-5-2 0,-1 0 0</inkml:trace>
  <inkml:trace contextRef="#ctx0" brushRef="#br0" timeOffset="9">23047 7265 11333,'8'15'0,"7"4"965,7 5-884,11 9 1,5 10 0,9 11-1,-20-24 1,0 1 0,2 4-1,2 0 1,1 2 0,1 0-1,-1 0 1,0 0 0,-1-1-1,-2 1 1,-1-1 0,-2 0 0,-2 0-1,-2 0 1,17 31 214,-5-6-658,-11-13 0,-4-10 0,-8-11-1719,-1-5 1790,-7-9 1,3-13-1,-6-9 1,0-4-1,0-3 1,0-1 0,0-4 393,0-1-73,0-2 0,0-4 0,2-1 0,1 1 0,3-2 0,2-2 1,3-2 239,2-3 0,3 1 0,1-3-313,2 1 0,5 1 0,-4-2 0,1 2 0,-1 4-302,-2 6 1,-2 1 0,-2 7 81,0 1 1,-5 4-1,-1 3 1,-1 2-104,-4-3 0,-2 0 0,-1-2 221,0-1 0,0 1 0,2-2 0,1-1 0,2-5 145,-2-5 0,-1 2 0,-34-35 0,-7 0 0</inkml:trace>
  <inkml:trace contextRef="#ctx0" brushRef="#br0" timeOffset="10">23275 6795 7578,'-6'15'557,"2"-1"1,-3 0 2241,0 0-2278,2-6 1,7 0 0,3-3 0,4 4 0,5 4 486,5 1 0,8 7 1,8 4-1,3 7-536,6 5 1,-1 11 0,6 6-1,0 6-311,-23-28 0,0 2 0,4 6 0,2 1 0,0 1 0,2 1 0,0 0 0,1 1-1027,1 0 0,-1-1 826,1-4 1,0 1 0,-1 1 0,1 1 0,-2-3 0,0 0-1,-3-2 1,-1 0 0,-4-4 0,-1-1 0,14 23 0,-9-8-155,-4-2 1,-4-9 0,3-5-1,-3-4-72,-1-3 1,2-7 0,-2 4-1,-1-4-571,1-2 1,-4 2 0,-6-9-1803,-1 0-592,-7-2 2552,3-6 0,-7-5 0,-2-1 1,-4-2 749,-1-3 0,-6-2 0,-6-1 1,-1-2-72,0-3 0,-35-34 0,25 19 0,0 0 0</inkml:trace>
  <inkml:trace contextRef="#ctx0" brushRef="#br0" timeOffset="11">3455 13079 7462,'0'-14'-993,"0"0"898,0 6 1,0 0 0,0 3 0,2-3 99,3 0 37,-4 2 264,6 6-177,-7 0 1,0-2 217,0-2-219,0 2 1,0-6-1,-2 5 424,-3-2-366,4-6-138,-12 10 1,10-6-42,-7 7 1,1 0-1,-5 0-21,-1 0 0,1-4 1,0-1-1,0 2-228,0 1 148,-7-4 1,5 3-1,-4-5 1,1 1 0,0 3-1,1-1 1,3 0-219,0 2 1,6 2 0,-1 1 311,-1 0 0,30 25 0,7 6 0</inkml:trace>
  <inkml:trace contextRef="#ctx0" brushRef="#br0" timeOffset="12">3143 13008 7103,'-15'0'-122,"1"0"0,0 2 0,0 1 0,-1 3 0,1 0 0,0 2 117,0 0-76,6-5 1,-3 5 0,6-3 0,2 4 0,0 3 80,-2-3 0,22 10 0,1-3 0</inkml:trace>
  <inkml:trace contextRef="#ctx0" brushRef="#br0" timeOffset="13">3000 13108 7664,'-8'0'-83,"2"1"0,5 2 0,-3 4 0,0 0 0,-1 3-116,-1-2 227,4 5 1,-4-10-1,6 6 1,-2 2 0,-1 2-13,-2 1 1,1 0-67,4 0 1,0 1 0,0-1 0,0 0 0,0 0 0,0 1 49,0-1 0,12 25 0,4 7 0</inkml:trace>
  <inkml:trace contextRef="#ctx0" brushRef="#br0" timeOffset="14">2915 13591 7485,'0'14'-198,"2"-4"0,1-1 1,2 2-1,-1 2-228,3 1 370,-6-6 0,10 5 0,-4-4 1,-1 4-1,2 1 56,0 0 0,58 13 0,-23-12 0,-1 0 0</inkml:trace>
  <inkml:trace contextRef="#ctx0" brushRef="#br0" timeOffset="15">3157 13818 7660,'-8'7'-589,"2"-4"545,6 6 290,0-6-120,0 4 1,6-7-192,3 0 1,4 0 0,1 0 0,0 1 0,1 3 0,-1 0 0,0-1-1,0-1 1,1-2 64,-1 0 0,13-13 0,3-2 0</inkml:trace>
  <inkml:trace contextRef="#ctx0" brushRef="#br0" timeOffset="16">3299 13861 7495,'8'6'-463,"0"-4"0,-4 3 482,6-4-89,-4-1 0,7 0 1,-4 0-108,4 0 0,-3-5 77,-1 1 0,-4-6 100,4 6 0,-25-39 0,-1-5 0</inkml:trace>
  <inkml:trace contextRef="#ctx0" brushRef="#br0" timeOffset="17">3071 13747 6926,'-7'0'-42,"-6"0"0,5-1 864,0-4-729,-5 3 1,10-9 0,-5 5 0,2-2 0,1-1-1,1-1 1,-1 1 56,2-2 0,-4 3 0,3-2-235,1-1 0,-4-1 1,2-3-1,2 1 0,0 0-86,-2 0 1,4-5-1,-4 0 1,4 0-236,1-2 0,-2 5 0,-1-4 183,-2-1 0,0 6 0,5-4 223,0 3 0,-41 14 0,-19 9 0,-3-3 0,0 1 0</inkml:trace>
  <inkml:trace contextRef="#ctx0" brushRef="#br0" timeOffset="18">2972 13577 7139,'0'-8'22,"-6"1"0,4 6-144,-3-4 92,4-3 1,1-1-1,0-1 1,0-1-1,0-1 1,0-3-276,0 1 0,0 0 114,0 0 0,0-5 191,0 0 0,12-57 0,-4 33 0,0 1 0</inkml:trace>
  <inkml:trace contextRef="#ctx0" brushRef="#br0" timeOffset="19">3015 13278 6602,'0'-8'81,"0"-4"0,0 2 1,0-3-2,0-1-66,0 0 0,0 5 1,0-1-1,0-1 1,1-2-1,2-1 1,2 0 52,-2 0 1,0 4 0,1 1-41,0-2 0,3 0 0,-4 0 1,2 1-1,-1 1-13,3 1 1,-4-3-21,6 6 0,1-6 0,4 3-24,0 0 0,-4 2 0,-1 6 87,2 0 1,-3-5 0,2 0 0,1 2 30,1 2 0,2 1-69,1 0 1,-1 0 0,0-2 0,0-1-42,1-2 1,-6 0 0,0 5 0,3 0 0,0 0-40,2 0 55,1 0 1,-6 0 0,1 0 0,1 0 3,1 0 14,-4 0 1,0 0 0,-3 0 0,3 2 84,0 3-80,4-4 0,-9 7 0,7-5 27,1 2-51,-5 6 1,2-9-1,-5 4 53,2 0 0,1-2-6,-1 5 1,-3-4 0,4 3 0,-1 0 0,-1-1 97,0 4-142,-3-4 0,1 1 0,1-4 0,2 6 48,-2 3 10,5-6 0,-7 6 0,4-3 30,-3 2 0,-1 1 1,2-2 75,2-2 1,0-4 0,-5 5-23,0 1 1,0 1-1,1 2-115,4 1 0,-3-6 1,3 1-1,-4 1 1,-1 1-1,0 3-13,0-1-96,0-6 0,0 4 0,0-2-232,0 2 309,0 3 1,0-6 0,0 1 0,0 1 5,0 1 1,0 3-1,0-1 46,0 0 0,0-5 0,0 1 0,0 1 0,0 2 0,0 1 0,0 0 0,0 0 254,0 0-236,0-6 0,-5 5 0,1-4 0,0 4 0,1 0 38,-1-4 0,2 4-103,-3-4 1,-1-1 0,0 2 9,-2 1 0,0 1 1,-3 1-1,3-2 0,0-1 1,0-1-1,-1 1 0,-1-3 214,1 0-197,-1 4 1,1-5 0,-1 4 0,-1-4 0,-2 0-1,-1 2 93,0 0 0,5-2-71,-1-6 0,1 5 1,-6 0-1,1-2-17,0-1 1,0-2 0,0 0-1,-1 0 1,3-2 0,1-1 0,1-3-1,-1-1 178,-2 1-164,-1-5 1,0 3-1,0-6 1,0-1 0,-1 1 55,1 0-110,6 6 1,-4-4 0,4 2 0,-2-1-1,2 0 1,0 1-132,1-1 0,2 0 1,-3 0 112,2 2 1,1-1 0,3-4 0,-1 0 0,-2 0 28,2-1 0,2 1 1,1 0-1,0 0 1,-2 0-1,-1-1 1,-2 1-1,2 0 53,1 0-53,2-7 0,0 5 1,0-4-1,0 1 0,0 0 1,0 0-1,0 0-175,0 0 137,0-6 0,0 4 0,0-2 0,0 4 1,0 3-1,2 0-138,3-3 0,-4 3 172,4-3 1,-2 5 0,0 3-4,2 2 1,6 4 17,-1-5 0,-2 7 1,1-2 11,2 4 1,2-4 0,1 0 1,0 1 0,0 4-1,1 0 34,-1 0 1,0 0-1,0 0-28,0 0 0,1 0 0,-1 0 1,0 1 18,0 4 1,-4-2-1,-1 5 1,2 0 42,2 0 1,-4-3 0,1 4 17,1 2 1,0 2-1,0 3-54,-1 3 1,-6-4-1,4 6 1,0-2 0,-2 1 6,1 2 0,2-3 0,-4 4-9,-2-3 1,-1 4 0,-2-4 0,0 1-1,0-1 5,0-2 0,0 2 0,0-1-44,0-1 0,-2 2 0,-1-1 0,-3 0 0,-1 0 30,1 0 0,-3 5 0,2-5-49,-1-2 0,4 4 1,-6-1-1,1 1 1,-1-2 6,1-7 0,5 2 0,-2-4-27,0 2 0,3 1 0,-5-2 0,0-3-40,0-2-15,5-1 0,-10 0 0,4 0-48,-4-2 37,-1-2 0,4-1 1,1 0-1,-2 0 1,-2-1-1,-1-4-432,0-4 446,0 2 1,-2-7 0,-2 1-1,-1-6 1,2-1 0,1-2 0,2 1-298,0 1 354,6-6 1,-5 9-1,5-5 1,-1 0 0,1 1-1,2-1 1,1 0 233,-1-3-193,4-2 0,-4-1 0,6-1 0,0 1 0,0-1 0,0 1 0,0-1 88,0 1-102,0 6 1,0-3 0,1 6-1,2 1 1,2 2 0,0 2 43,1 0-77,2 0 1,6 0 0,1-1-1,-1 3 1,0 1-32,0 1 1,0 5-1,1-2 1,-1-1 36,0 0 0,0 5 0,1-2 0,-1 2 37,0-2 0,5 3 0,0-2 0,0 2 20,1 2 0,-4 0 0,3 0 0,-3 0 16,-2 0 0,0 5 1,1 1-1,-1 0-4,0 1 1,0 4-1,0-2 1,1 4 16,-1 1 1,0 2 0,0 3-1,1 5 222,-1 2-259,0 3 1,0 4-1,-1 2 1,-2 1-1,-3 4 1,-2 1-1,-3 1 47,-1 1 0,-2-7 0,0-1 1,0-2 3,0 0 1,-2-1 0,-2-8 0,-4-5-31,0-4 1,-5 0 0,4-1 0,-4 0-34,-1 0 0,-5-4 1,-2-1-1,1 1-135,-1-2 1,-4 0 0,1-5-1,-3 1-6,-1 0 1,0-3 0,1-1-1,1 0-50,3 0 97,5-6 1,-2-2-1,6-6 1,-1-1-1,1 0 1,0-3 0,0-2-143,-1-2 0,1-8 1,2-10-1,1-7 51,1-10 1,5-2-1,-3-7 1,2-2-129,3-1 1,3-6 0,5 6 0,4 7-273,4 7 1,3 9 567,3-1 0,10 21 0,8 1 0,5 0 0,0 0 0</inkml:trace>
  <inkml:trace contextRef="#ctx0" brushRef="#br0" timeOffset="20">14687 3981 7664,'-1'56'-12,"-4"1"0,-4-6 815,-10-4 1,1-9 2342,-5-5-3024,-7-3 1,-2-14-1,-8-6 1,-7-9 0,-15-7-1,23-1 1,-4-2-1,-6-4 1,-1-2-294,-6-5 0,0-1 1,-4-3-1,1-3 1,-2-4-1,0-3 1,-4-3-1,-2-3 15,19 10 0,-1-1 1,0-1-1,0-4 1,0-1-1,1-1 0,0-1 1,2-1-1,1-1-24,4 2 0,1 0 0,-3 0 0,-12-3 0,-5 0 0,-2 1 0,-2 3 0,0 0 1,0-1-1</inkml:trace>
  <inkml:trace contextRef="#ctx0" brushRef="#br0" timeOffset="21">14531 597 5965,'-18'-54'240,"-1"0"0,1-1 1,-3 5-1,-2 0 0,-3 2 1,-3-1-1,-3 2 1,-2 1-1,-1 3 0,-2 2 1,-1 2-1,15 18-147</inkml:trace>
  <inkml:trace contextRef="#ctx0" brushRef="#br0" timeOffset="22">12127 0 14497,'4'15'16,"17"54"-16,3 1 0,2 1 0,0 1 0,-7-15 0,1 0 0,-1 0 0,2 1 0</inkml:trace>
  <inkml:trace contextRef="#ctx0" brushRef="#br0" timeOffset="23">13905 412 3233,'-21'-76'60,"1"-1"0,-1 0 0,0 1 0,1 14 1,5 17-18</inkml:trace>
  <inkml:trace contextRef="#ctx0" brushRef="#br0" timeOffset="24">12425-1 3022,'-14'67'-677,"0"1"677,-1 3 0,1 0 0,2 1 0,2-1 0,3 0 0,0 1 0</inkml:trace>
  <inkml:trace contextRef="#ctx0" brushRef="#br0" timeOffset="25">13891 43 2183,'-3'-44'64</inkml:trace>
  <inkml:trace contextRef="#ctx0" brushRef="#br0" timeOffset="26">10788 0 9379,'-6'19'16,"-14"52"-217,1-1 1,2 1 0,1 0 200,1-1 0,2 0 0,1 0 0,0 0 0,0 1 0,1-1 0</inkml:trace>
  <inkml:trace contextRef="#ctx0" brushRef="#br0" timeOffset="27">14872 512 3129,'-7'-66'352,"0"0"1,-1 1 0,1-1 0,0 0 0,-1 1 0,0 1 0,1 9-56</inkml:trace>
  <inkml:trace contextRef="#ctx0" brushRef="#br0" timeOffset="28">12090 0 5814,'-4'16'13,"-12"53"39,0 4 0,1 1 0,1-1-52,4-2 0,1 0 0,0 0 0,-1 2 0,0 0 0,2-1 0</inkml:trace>
  <inkml:trace contextRef="#ctx0" brushRef="#br0" timeOffset="29">15683 483 6416,'-10'-62'0,"1"-1"0,-1 0 0,-2 3 0,-1 0 0,-3 2 1037,-1 2 1,-3 2-1,17 47-1036</inkml:trace>
  <inkml:trace contextRef="#ctx0" brushRef="#br0" timeOffset="30">12690-1 5043,'-32'43'-77,"-6"9"-14,1 0 1,1 1 90,0 2 0,0 1 0,1 0 0,0 0 0,-1 0 0,1 0 0,-1 1 0</inkml:trace>
  <inkml:trace contextRef="#ctx0" brushRef="#br0" timeOffset="31">2147 11245 8429,'-4'43'831,"-1"-1"0,0 1 0,0 0-787,3 2 1,1 1 0,-2 3-1,1 0 1,4 4 0,3 0 0,1 1-1,4 0 1,2 1 0,4 2-1,3 2 1,2 0 0,2 5 0,2 0-1,2 3 1,0 0 0,3 2 0,0-2-1,2-1 1,1-1 0,2-2-1,3-1-622,0-1 1,3-3 0,2-6 0,4-3 583,0-3 1,0-2-1,-7-7 1,-1-3-1,-3-7 1,-2-2 0,21 11-1,-11-14 1,-4-12 87,-1-7 0,4-11 1,6-4-192,8-6 0,-2-12 1,4 0-1,-7-5 1,-5-4-36,-6-2 0,-4-3 1,-9-4 87,1-4 0,-3-8 0,0-2 0,-4 1 1,-2-2-34,-2-4 1,-3-2 0,0-2 79,-1 0 1,-6-2 0,-3-3 0,-4 36 0,-1-2 0,0-2 0,-1-2-81,-1-4 0,-1 0 1,-1 3-1,0 0 33,-3-3 0,0 0 0,-3 1 0,1 0 0,-1-2 0,1 0 0,0-2 0,0 0 0,1 1 0,1 1 0,0 1 0,1 1-50,1 2 1,0 0 0,0 4 0,-1-1-1,3-2 1,2-1 0,-1 1 0,2-1-509,1 0 0,1 1 602,1 1 0,2 1 0,4 1 0,3 1 0,0 3 0,1 1 0,3 0 1,1 0-1,4-1 0,2 0 0,3 1 0,2 1 0,2 0 0,2 1 135,0 3 1,0 1-134,-2 2 0,1 0 1,0 2-1,1-1 0,25-28 1,-2 1-1,-1-1 1,-2 0-1,1 2-2,3 2 0,-26 25 0,1 0 0,31-23 0,-2 2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3:32:46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5380 6200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08:13:43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6066 9266 16383 0 0,'0'0'0'0'0,"-1"0"0"0"0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08:14:04.5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8886 9169 16383 0 0,'-2'0'0'0'0,"-3"0"0"0"0,-5 0 0 0 0,-8 0 0 0 0,-5 0 0 0 0,-3 0 0 0 0,0 0 0 0 0,4 0 0 0 0,3 0 0 0 0,7 2 0 0 0,3 1 0 0 0,3 0 0 0 0,1 0 0 0 0,0-1 0 0 0,0-1 0 0 0,0-1 0 0 0,0-1 0 0 0,4 0 0 0 0,7-1 0 0 0,9 1 0 0 0,6 0 0 0 0,4 0 0 0 0,1-2 0 0 0,-3-1 0 0 0,-4-2 0 0 0,-5-1 0 0 0,-5-1 0 0 0,-4 0 0 0 0,-1 1 0 0 0,0 1 0 0 0,2 2 0 0 0,4 1 0 0 0,1 2 0 0 0,1 0 0 0 0,0 0 0 0 0,-3-1 0 0 0,-1-1 0 0 0,-4-2 0 0 0,-2-1 0 0 0,-5 1 0 0 0,-4 0 0 0 0,-3 0 0 0 0,-3 0 0 0 0,-1 1 0 0 0,-2 0 0 0 0,-1 2 0 0 0,-1 1 0 0 0,1 1 0 0 0,1-1 0 0 0,2 1 0 0 0,1 1 0 0 0,1-1 0 0 0,1 0 0 0 0,0 0 0 0 0,0 0 0 0 0,1 0 0 0 0,1 1 0 0 0,1 1 0 0 0,2 0 0 0 0,-1 2 0 0 0,1 1 0 0 0,-1 0 0 0 0,0 0 0 0 0,0 1 0 0 0,-1 1 0 0 0,1 0 0 0 0,3 0 0 0 0,6 1 0 0 0,10 1 0 0 0,11 2 0 0 0,11-1 0 0 0,9-1 0 0 0,3-3 0 0 0,-1-1 0 0 0,-6-2 0 0 0,-8-1 0 0 0,-8 0 0 0 0,-9 1 0 0 0,-6 2 0 0 0,-6 0 0 0 0,-4 0 0 0 0,-7-2 0 0 0,-9 0 0 0 0,-8-2 0 0 0,-7 0 0 0 0,-4-1 0 0 0,-1 0 0 0 0,1 0 0 0 0,2 1 0 0 0,2 2 0 0 0,3 3 0 0 0,3 2 0 0 0,4 1 0 0 0,5 0 0 0 0,7-2 0 0 0,7-2 0 0 0,8-1 0 0 0,5 1 0 0 0,4 1 0 0 0,4 3 0 0 0,1 3 0 0 0,2 2 0 0 0,1 0 0 0 0,0-1 0 0 0,0-3 0 0 0,-2-3 0 0 0,0-2 0 0 0,-2-2 0 0 0,-2 0 0 0 0,-3-1 0 0 0,-2-1 0 0 0,-1 0 0 0 0,0-1 0 0 0,1-1 0 0 0,1 0 0 0 0,1-2 0 0 0,-1 0 0 0 0,0 0 0 0 0,-2 1 0 0 0,1 0 0 0 0,-2 1 0 0 0,-1 0 0 0 0,-2-1 0 0 0,-2-1 0 0 0,0-2 0 0 0,-2-2 0 0 0,-1-2 0 0 0,-5 0 0 0 0,-7 1 0 0 0,-7 2 0 0 0,-7 1 0 0 0,-2 2 0 0 0,-1 2 0 0 0,1 0 0 0 0,4 1 0 0 0,1 1 0 0 0,3 2 0 0 0,2 2 0 0 0,3 0 0 0 0,-1 3 0 0 0,1 1 0 0 0,-2 1 0 0 0,-2 1 0 0 0,1 0 0 0 0,1 0 0 0 0,2 0 0 0 0,3-1 0 0 0,3-1 0 0 0,4 0 0 0 0,1-2 0 0 0,3 1 0 0 0,1 0 0 0 0,0 0 0 0 0,3 1 0 0 0,4 0 0 0 0,4 1 0 0 0,2-2 0 0 0,3-2 0 0 0,1-1 0 0 0,0-3 0 0 0,1 0 0 0 0,0-2 0 0 0,0-1 0 0 0,0-2 0 0 0,-1-3 0 0 0,-1-1 0 0 0,-3 0 0 0 0,-1 1 0 0 0,-2 1 0 0 0,-1 1 0 0 0,0 1 0 0 0,-1 0 0 0 0,2-1 0 0 0,0-2 0 0 0,1-2 0 0 0,1-1 0 0 0,-1-1 0 0 0,-2 0 0 0 0,-4 2 0 0 0,-5 2 0 0 0,-8 2 0 0 0,-9 1 0 0 0,-6 2 0 0 0,-1 0 0 0 0,0 1 0 0 0,4 0 0 0 0,4-1 0 0 0,4 0 0 0 0,2 0 0 0 0,2 0 0 0 0,-1 0 0 0 0,1 1 0 0 0,0 0 0 0 0,-1 0 0 0 0,-1 0 0 0 0,0 0 0 0 0,-1 0 0 0 0,-2 0 0 0 0,0 0 0 0 0,-1 0 0 0 0,3 0 0 0 0,5-1 0 0 0,7-1 0 0 0,7-2 0 0 0,6-1 0 0 0,2-1 0 0 0,3 0 0 0 0,0-4 0 0 0,1-3 0 0 0,1-6 0 0 0,3-5 0 0 0,3-3 0 0 0,2-2 0 0 0,1 1 0 0 0,-2 3 0 0 0,0 4 0 0 0,-1 1 0 0 0,-3 3 0 0 0,-2 2 0 0 0,-5 3 0 0 0,-8 4 0 0 0,-8 2 0 0 0,-11 3 0 0 0,-10 1 0 0 0,-7 2 0 0 0,-6 0 0 0 0,-4 1 0 0 0,1 0 0 0 0,4 2 0 0 0,8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08:14:13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6198 9234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08:19:58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28840 2731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08:31:3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2762 2350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15:01:09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9536 7387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15:01:0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9973 7218 16383 0 0,'-5'0'0'0'0,"-8"0"0"0"0,-6 0 0 0 0,-5 0 0 0 0,-4 0 0 0 0,-3 0 0 0 0,-1 0 0 0 0,-1 0 0 0 0,6 5 0 0 0,2 2 0 0 0,0 0 0 0 0,4 4 0 0 0,0 5 0 0 0,-1 0 0 0 0,3 3 0 0 0,4 3 0 0 0,6 3 0 0 0,3 3 0 0 0,9-4 0 0 0,3 0 0 0 0,7-4 0 0 0,0-1 0 0 0,4-3 0 0 0,-1 6 0 0 0,-4 5 0 0 0,2-3 0 0 0,-1 1 0 0 0,-4 1 0 0 0,3-5 0 0 0,4-4 0 0 0,5-7 0 0 0,-1-9 0 0 0,1-5 0 0 0,-3-8 0 0 0,1-1 0 0 0,2 2 0 0 0,3 2 0 0 0,3 3 0 0 0,-3-8 0 0 0,-1-2 0 0 0,1 2 0 0 0,3 3 0 0 0,0 4 0 0 0,3 3 0 0 0,0 2 0 0 0,1 1 0 0 0,-5 7 0 0 0,-7 6 0 0 0,-7 8 0 0 0,-5 5 0 0 0,-4 4 0 0 0,-2 2 0 0 0,-2 1 0 0 0,0 1 0 0 0,0-1 0 0 0,-1 1 0 0 0,2-2 0 0 0,-1 1 0 0 0,-5-6 0 0 0,-6-7 0 0 0,-7-7 0 0 0,-5 0 0 0 0,-5-2 0 0 0,-1-3 0 0 0,-2-2 0 0 0,-1-3 0 0 0,1-1 0 0 0,0-1 0 0 0,0 0 0 0 0,0-1 0 0 0,1 1 0 0 0,-1-1 0 0 0,1 1 0 0 0,5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15:01:0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11587 7545 16383 0 0,'0'6'0'0'0,"0"6"0"0"0,0 7 0 0 0,5 0 0 0 0,2 2 0 0 0,0 3 0 0 0,4 3 0 0 0,5-4 0 0 0,0 0 0 0 0,3-4 0 0 0,3 0 0 0 0,3-3 0 0 0,3-4 0 0 0,-3 0 0 0 0,-2 0 0 0 0,2-4 0 0 0,2 3 0 0 0,1-1 0 0 0,-4 4 0 0 0,-1-1 0 0 0,-4 2 0 0 0,-1 0 0 0 0,3-4 0 0 0,-2 2 0 0 0,-5 4 0 0 0,-5 5 0 0 0,-3 3 0 0 0,-9-2 0 0 0,-9-5 0 0 0,-7-6 0 0 0,-6-5 0 0 0,-5-3 0 0 0,-1-3 0 0 0,-2-1 0 0 0,0-1 0 0 0,1 0 0 0 0,-1 0 0 0 0,1 0 0 0 0,1 1 0 0 0,-1-1 0 0 0,1 1 0 0 0,0 0 0 0 0,0 0 0 0 0,0-5 0 0 0,5-7 0 0 0,7-7 0 0 0,7-6 0 0 0,0-3 0 0 0,3-3 0 0 0,1-1 0 0 0,4 0 0 0 0,1-1 0 0 0,2 1 0 0 0,1 0 0 0 0,0 0 0 0 0,1 1 0 0 0,-1 0 0 0 0,1 0 0 0 0,-1 0 0 0 0,0-1 0 0 0,1 1 0 0 0,-1 0 0 0 0,0 0 0 0 0,0 0 0 0 0,0 0 0 0 0,0 0 0 0 0,0 0 0 0 0,0 0 0 0 0,0 0 0 0 0,0-1 0 0 0,0 1 0 0 0,0 0 0 0 0,5 5 0 0 0,2 2 0 0 0,5 5 0 0 0,6 6 0 0 0,-1-1 0 0 0,3 3 0 0 0,3 3 0 0 0,-3-8 0 0 0,1-1 0 0 0,3 2 0 0 0,1 4 0 0 0,3-2 0 0 0,1 2 0 0 0,1 2 0 0 0,2 3 0 0 0,-6 3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1T15:01:09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30893 6752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6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2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15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6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4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7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7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0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6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9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03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273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908E879-3870-4EA8-8CA7-426DD2B09D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3A81DD-C0A2-437B-8A83-0B63CE94EC6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31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7.png"/><Relationship Id="rId3" Type="http://schemas.openxmlformats.org/officeDocument/2006/relationships/customXml" Target="../ink/ink2.xml"/><Relationship Id="rId7" Type="http://schemas.openxmlformats.org/officeDocument/2006/relationships/image" Target="../media/image16.png"/><Relationship Id="rId12" Type="http://schemas.openxmlformats.org/officeDocument/2006/relationships/customXml" Target="../ink/ink9.xml"/><Relationship Id="rId2" Type="http://schemas.openxmlformats.org/officeDocument/2006/relationships/image" Target="../media/image14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customXml" Target="../ink/ink8.xml"/><Relationship Id="rId5" Type="http://schemas.openxmlformats.org/officeDocument/2006/relationships/customXml" Target="../ink/ink3.xml"/><Relationship Id="rId15" Type="http://schemas.openxmlformats.org/officeDocument/2006/relationships/image" Target="../media/image18.png"/><Relationship Id="rId10" Type="http://schemas.openxmlformats.org/officeDocument/2006/relationships/customXml" Target="../ink/ink7.xml"/><Relationship Id="rId4" Type="http://schemas.openxmlformats.org/officeDocument/2006/relationships/image" Target="../media/image15.png"/><Relationship Id="rId9" Type="http://schemas.openxmlformats.org/officeDocument/2006/relationships/customXml" Target="../ink/ink6.xml"/><Relationship Id="rId1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193A-2BA6-6417-6373-B6801C20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8CD3-CB39-3B6D-52E3-3BA2E72B8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Criterion B &amp; 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A91A9-297E-1AED-E764-BD2349E13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3870" y="4429602"/>
            <a:ext cx="6447410" cy="569118"/>
          </a:xfrm>
        </p:spPr>
        <p:txBody>
          <a:bodyPr>
            <a:normAutofit/>
          </a:bodyPr>
          <a:lstStyle/>
          <a:p>
            <a:r>
              <a:rPr lang="en-US" u="sng"/>
              <a:t>Practice Investigation Lesson 1</a:t>
            </a:r>
          </a:p>
        </p:txBody>
      </p:sp>
    </p:spTree>
    <p:extLst>
      <p:ext uri="{BB962C8B-B14F-4D97-AF65-F5344CB8AC3E}">
        <p14:creationId xmlns:p14="http://schemas.microsoft.com/office/powerpoint/2010/main" val="194318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AD1A-496C-B25C-B9A5-3929683C9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1680"/>
          </a:xfrm>
        </p:spPr>
        <p:txBody>
          <a:bodyPr/>
          <a:lstStyle/>
          <a:p>
            <a:r>
              <a:rPr lang="en-US">
                <a:highlight>
                  <a:srgbClr val="FFFF00"/>
                </a:highlight>
              </a:rPr>
              <a:t>Recap: What is true for polygon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FA4A59-D7F3-2C85-DE2C-A7F4FACDA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360" y="873661"/>
            <a:ext cx="11115040" cy="52629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polygons have curved sides.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➔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(Polygons have only straight sides.)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triangle is the simplest type of polygon.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➔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circle is a type of polygon.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➔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circle is not made of straight lines.)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polygon must have at least three sides.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➔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regular polygon has all sides and angles equal.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➔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42C74-B635-7D55-C2A8-CF6699BC9BA5}"/>
              </a:ext>
            </a:extLst>
          </p:cNvPr>
          <p:cNvSpPr txBox="1"/>
          <p:nvPr/>
        </p:nvSpPr>
        <p:spPr>
          <a:xfrm>
            <a:off x="213360" y="1301345"/>
            <a:ext cx="6217920" cy="51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62613-904A-54A1-1E3B-6FAFFCA7CB27}"/>
              </a:ext>
            </a:extLst>
          </p:cNvPr>
          <p:cNvSpPr txBox="1"/>
          <p:nvPr/>
        </p:nvSpPr>
        <p:spPr>
          <a:xfrm>
            <a:off x="91440" y="2387699"/>
            <a:ext cx="6217920" cy="51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A6B47-FFB5-7B2E-634E-08624187CF6B}"/>
              </a:ext>
            </a:extLst>
          </p:cNvPr>
          <p:cNvSpPr txBox="1"/>
          <p:nvPr/>
        </p:nvSpPr>
        <p:spPr>
          <a:xfrm>
            <a:off x="91440" y="3495040"/>
            <a:ext cx="6583680" cy="51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1E74B-30B8-8DD4-3841-494078C119F4}"/>
              </a:ext>
            </a:extLst>
          </p:cNvPr>
          <p:cNvSpPr txBox="1"/>
          <p:nvPr/>
        </p:nvSpPr>
        <p:spPr>
          <a:xfrm>
            <a:off x="91440" y="4602381"/>
            <a:ext cx="6217920" cy="51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CE2F0-6689-7AF0-FD48-153068A53BC5}"/>
              </a:ext>
            </a:extLst>
          </p:cNvPr>
          <p:cNvSpPr txBox="1"/>
          <p:nvPr/>
        </p:nvSpPr>
        <p:spPr>
          <a:xfrm>
            <a:off x="284480" y="5760522"/>
            <a:ext cx="6217920" cy="51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5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C21377-839C-D51F-5708-BB0D05D51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08" y="1195575"/>
            <a:ext cx="9206552" cy="491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B9F79-F5B4-3439-2921-3D6D5A24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08" y="1869371"/>
            <a:ext cx="2031397" cy="2166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9EBF5A-F332-7238-3319-BC2C98C86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382" y="1869371"/>
            <a:ext cx="2420657" cy="23251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3705F6-2C34-E82A-3ABA-A73CDFB21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562" y="2152077"/>
            <a:ext cx="2046077" cy="2272326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69474AD-057B-F63A-F18F-7D8710E1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1680"/>
          </a:xfrm>
        </p:spPr>
        <p:txBody>
          <a:bodyPr/>
          <a:lstStyle/>
          <a:p>
            <a:r>
              <a:rPr lang="en-US">
                <a:highlight>
                  <a:srgbClr val="FFFF00"/>
                </a:highlight>
              </a:rPr>
              <a:t>Recap: Diagonals</a:t>
            </a:r>
          </a:p>
        </p:txBody>
      </p:sp>
    </p:spTree>
    <p:extLst>
      <p:ext uri="{BB962C8B-B14F-4D97-AF65-F5344CB8AC3E}">
        <p14:creationId xmlns:p14="http://schemas.microsoft.com/office/powerpoint/2010/main" val="148337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C21377-839C-D51F-5708-BB0D05D51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08" y="1195575"/>
            <a:ext cx="9206552" cy="491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B9F79-F5B4-3439-2921-3D6D5A24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08" y="1869371"/>
            <a:ext cx="2031397" cy="2166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9EBF5A-F332-7238-3319-BC2C98C86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382" y="1869371"/>
            <a:ext cx="2420657" cy="2325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C040A1-434B-BE3E-E0ED-C237F8219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78" y="1773653"/>
            <a:ext cx="3299534" cy="43441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F3A804-6402-F859-767B-2C6643E04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1383" y="1953957"/>
            <a:ext cx="3370654" cy="3983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3705F6-2C34-E82A-3ABA-A73CDFB21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562" y="2152077"/>
            <a:ext cx="2046077" cy="22723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14A63E-EBDE-0500-B5F1-CF5D3D2E9A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2037" y="2112574"/>
            <a:ext cx="3256657" cy="41638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69474AD-057B-F63A-F18F-7D8710E1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1680"/>
          </a:xfrm>
        </p:spPr>
        <p:txBody>
          <a:bodyPr/>
          <a:lstStyle/>
          <a:p>
            <a:r>
              <a:rPr lang="en-US">
                <a:highlight>
                  <a:srgbClr val="FFFF00"/>
                </a:highlight>
              </a:rPr>
              <a:t>Recap: Diagonals</a:t>
            </a:r>
          </a:p>
        </p:txBody>
      </p:sp>
    </p:spTree>
    <p:extLst>
      <p:ext uri="{BB962C8B-B14F-4D97-AF65-F5344CB8AC3E}">
        <p14:creationId xmlns:p14="http://schemas.microsoft.com/office/powerpoint/2010/main" val="338010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64B39C-6759-4D85-A5F9-6EF123A0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0" y="256438"/>
            <a:ext cx="10168772" cy="57642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70F5DA-DEC8-42D4-81FD-0A2A046E0B02}"/>
              </a:ext>
            </a:extLst>
          </p:cNvPr>
          <p:cNvSpPr/>
          <p:nvPr/>
        </p:nvSpPr>
        <p:spPr>
          <a:xfrm>
            <a:off x="9518855" y="73306"/>
            <a:ext cx="25622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7684D1-0830-240D-8EB3-F2E36219B2B7}"/>
                  </a:ext>
                </a:extLst>
              </p14:cNvPr>
              <p14:cNvContentPartPr/>
              <p14:nvPr/>
            </p14:nvContentPartPr>
            <p14:xfrm>
              <a:off x="763200" y="-360"/>
              <a:ext cx="8312040" cy="499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7684D1-0830-240D-8EB3-F2E36219B2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3840" y="-9720"/>
                <a:ext cx="8330760" cy="50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753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A4A2FD-21D2-41EB-A0B4-6580A770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1281112"/>
            <a:ext cx="84867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8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5C0368-C63D-4EAA-8B33-FBA4CA0E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43" y="683527"/>
            <a:ext cx="9553575" cy="54959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70F5DA-DEC8-42D4-81FD-0A2A046E0B02}"/>
              </a:ext>
            </a:extLst>
          </p:cNvPr>
          <p:cNvSpPr/>
          <p:nvPr/>
        </p:nvSpPr>
        <p:spPr>
          <a:xfrm>
            <a:off x="8502582" y="92160"/>
            <a:ext cx="35012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Assessment</a:t>
            </a:r>
          </a:p>
        </p:txBody>
      </p:sp>
    </p:spTree>
    <p:extLst>
      <p:ext uri="{BB962C8B-B14F-4D97-AF65-F5344CB8AC3E}">
        <p14:creationId xmlns:p14="http://schemas.microsoft.com/office/powerpoint/2010/main" val="423318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E70A79-7313-43AD-9E6F-503C939E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75" y="1183014"/>
            <a:ext cx="85725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1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B53ADA-D8BF-407B-8429-F9E902C38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7" y="805542"/>
            <a:ext cx="9677400" cy="53530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1F0CD2-86D9-4748-A440-D2B1E6EF0718}"/>
              </a:ext>
            </a:extLst>
          </p:cNvPr>
          <p:cNvSpPr/>
          <p:nvPr/>
        </p:nvSpPr>
        <p:spPr>
          <a:xfrm>
            <a:off x="9216770" y="120440"/>
            <a:ext cx="28647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Turn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B8E021-0CCA-CE7C-088C-4C7DDB068168}"/>
                  </a:ext>
                </a:extLst>
              </p14:cNvPr>
              <p14:cNvContentPartPr/>
              <p14:nvPr/>
            </p14:nvContentPartPr>
            <p14:xfrm>
              <a:off x="2508607" y="2893888"/>
              <a:ext cx="12842" cy="12842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B8E021-0CCA-CE7C-088C-4C7DDB0681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6507" y="2251788"/>
                <a:ext cx="1284200" cy="1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587F46-AD97-7EAA-7077-0B08B6678121}"/>
                  </a:ext>
                </a:extLst>
              </p14:cNvPr>
              <p14:cNvContentPartPr/>
              <p14:nvPr/>
            </p14:nvContentPartPr>
            <p14:xfrm>
              <a:off x="2237701" y="3321182"/>
              <a:ext cx="11288" cy="11288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587F46-AD97-7EAA-7077-0B08B66781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5501" y="2756782"/>
                <a:ext cx="570044" cy="11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1CB6BC5-87A6-AFD0-F783-5BC9406D43ED}"/>
                  </a:ext>
                </a:extLst>
              </p14:cNvPr>
              <p14:cNvContentPartPr/>
              <p14:nvPr/>
            </p14:nvContentPartPr>
            <p14:xfrm>
              <a:off x="3293174" y="3235584"/>
              <a:ext cx="151887" cy="152246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1CB6BC5-87A6-AFD0-F783-5BC9406D43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5178" y="3217630"/>
                <a:ext cx="187519" cy="187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0BCE3C-1581-7C29-1830-85D91A0D548D}"/>
                  </a:ext>
                </a:extLst>
              </p14:cNvPr>
              <p14:cNvContentPartPr/>
              <p14:nvPr/>
            </p14:nvContentPartPr>
            <p14:xfrm>
              <a:off x="2294334" y="3307468"/>
              <a:ext cx="11288" cy="112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0BCE3C-1581-7C29-1830-85D91A0D54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9934" y="2743068"/>
                <a:ext cx="1128800" cy="11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AE0AE1E-6F7E-4878-8027-0546B19383F4}"/>
                  </a:ext>
                </a:extLst>
              </p14:cNvPr>
              <p14:cNvContentPartPr/>
              <p14:nvPr/>
            </p14:nvContentPartPr>
            <p14:xfrm>
              <a:off x="11970607" y="787743"/>
              <a:ext cx="12871" cy="12871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AE0AE1E-6F7E-4878-8027-0546B19383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27057" y="144193"/>
                <a:ext cx="1287100" cy="12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E8384EA-9246-CC10-ACBB-0E4B8C5B0517}"/>
                  </a:ext>
                </a:extLst>
              </p14:cNvPr>
              <p14:cNvContentPartPr/>
              <p14:nvPr/>
            </p14:nvContentPartPr>
            <p14:xfrm>
              <a:off x="-715661" y="602391"/>
              <a:ext cx="12871" cy="12871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E8384EA-9246-CC10-ACBB-0E4B8C5B05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359211" y="-41159"/>
                <a:ext cx="1287100" cy="12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7FEB3EF-3FC4-2191-67BF-551D10DC202F}"/>
                  </a:ext>
                </a:extLst>
              </p14:cNvPr>
              <p14:cNvContentPartPr/>
              <p14:nvPr/>
            </p14:nvContentPartPr>
            <p14:xfrm>
              <a:off x="2274793" y="3308536"/>
              <a:ext cx="14007" cy="1400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7FEB3EF-3FC4-2191-67BF-551D10DC20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4443" y="2608186"/>
                <a:ext cx="1400700" cy="1400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8C1E66-C1BA-942A-C40A-E1A1A2DA52A1}"/>
                  </a:ext>
                </a:extLst>
              </p14:cNvPr>
              <p14:cNvContentPartPr/>
              <p14:nvPr/>
            </p14:nvContentPartPr>
            <p14:xfrm>
              <a:off x="2308013" y="3218890"/>
              <a:ext cx="215529" cy="258596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8C1E66-C1BA-942A-C40A-E1A1A2DA52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0052" y="3200907"/>
                <a:ext cx="251091" cy="294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7CB788-31CF-332C-865C-00A890A153DB}"/>
                  </a:ext>
                </a:extLst>
              </p14:cNvPr>
              <p14:cNvContentPartPr/>
              <p14:nvPr/>
            </p14:nvContentPartPr>
            <p14:xfrm>
              <a:off x="3293668" y="3095550"/>
              <a:ext cx="202816" cy="382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7CB788-31CF-332C-865C-00A890A153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75720" y="3077559"/>
                <a:ext cx="238354" cy="418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53F3FF8-B432-1C42-E694-737C151E8CA6}"/>
                  </a:ext>
                </a:extLst>
              </p14:cNvPr>
              <p14:cNvContentPartPr/>
              <p14:nvPr/>
            </p14:nvContentPartPr>
            <p14:xfrm>
              <a:off x="13581530" y="2972359"/>
              <a:ext cx="14007" cy="14007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53F3FF8-B432-1C42-E694-737C151E8C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1180" y="2272009"/>
                <a:ext cx="1400700" cy="14007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7822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ADC533-8BC5-4B0B-8D0E-E42E763FA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728787"/>
            <a:ext cx="90297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4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 Patterns - 1-20">
            <a:extLst>
              <a:ext uri="{FF2B5EF4-FFF2-40B4-BE49-F238E27FC236}">
                <a16:creationId xmlns:a16="http://schemas.microsoft.com/office/drawing/2014/main" id="{775991DE-583A-43D8-9914-90C5EC3FF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35" y="114406"/>
            <a:ext cx="4942205" cy="198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90F64D-58CC-4249-94D6-494D5A443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42429"/>
              </p:ext>
            </p:extLst>
          </p:nvPr>
        </p:nvGraphicFramePr>
        <p:xfrm>
          <a:off x="742314" y="2693414"/>
          <a:ext cx="6740526" cy="2193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0263">
                  <a:extLst>
                    <a:ext uri="{9D8B030D-6E8A-4147-A177-3AD203B41FA5}">
                      <a16:colId xmlns:a16="http://schemas.microsoft.com/office/drawing/2014/main" val="2026631225"/>
                    </a:ext>
                  </a:extLst>
                </a:gridCol>
                <a:gridCol w="3370263">
                  <a:extLst>
                    <a:ext uri="{9D8B030D-6E8A-4147-A177-3AD203B41FA5}">
                      <a16:colId xmlns:a16="http://schemas.microsoft.com/office/drawing/2014/main" val="2806603752"/>
                    </a:ext>
                  </a:extLst>
                </a:gridCol>
              </a:tblGrid>
              <a:tr h="438709">
                <a:tc>
                  <a:txBody>
                    <a:bodyPr/>
                    <a:lstStyle/>
                    <a:p>
                      <a:r>
                        <a:rPr lang="en-US" sz="2000" b="1"/>
                        <a:t>Pattern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Number of footballs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650191"/>
                  </a:ext>
                </a:extLst>
              </a:tr>
              <a:tr h="438709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11128"/>
                  </a:ext>
                </a:extLst>
              </a:tr>
              <a:tr h="438709">
                <a:tc>
                  <a:txBody>
                    <a:bodyPr/>
                    <a:lstStyle/>
                    <a:p>
                      <a:r>
                        <a:rPr lang="en-US" sz="2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362628"/>
                  </a:ext>
                </a:extLst>
              </a:tr>
              <a:tr h="438709">
                <a:tc>
                  <a:txBody>
                    <a:bodyPr/>
                    <a:lstStyle/>
                    <a:p>
                      <a:r>
                        <a:rPr lang="en-US" sz="2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378415"/>
                  </a:ext>
                </a:extLst>
              </a:tr>
              <a:tr h="438709">
                <a:tc>
                  <a:txBody>
                    <a:bodyPr/>
                    <a:lstStyle/>
                    <a:p>
                      <a:r>
                        <a:rPr lang="en-US" sz="2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469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19CCED-12E9-40DB-93A2-CD5C03EAA33F}"/>
              </a:ext>
            </a:extLst>
          </p:cNvPr>
          <p:cNvSpPr txBox="1"/>
          <p:nvPr/>
        </p:nvSpPr>
        <p:spPr>
          <a:xfrm>
            <a:off x="604520" y="2095025"/>
            <a:ext cx="6878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1) Record your results in the table: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04CA337-183C-4AD7-B9C4-75335A5683E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2920" y="5087732"/>
            <a:ext cx="111861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/>
              <a:t>2) In words, describe what pattern you can see in the number of footballs.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F26382-28CA-0BC1-AE78-97769EAFB5ED}"/>
              </a:ext>
            </a:extLst>
          </p:cNvPr>
          <p:cNvSpPr txBox="1"/>
          <p:nvPr/>
        </p:nvSpPr>
        <p:spPr>
          <a:xfrm>
            <a:off x="4112577" y="3208625"/>
            <a:ext cx="6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ED943-698B-54BF-0263-73F21090B785}"/>
              </a:ext>
            </a:extLst>
          </p:cNvPr>
          <p:cNvSpPr txBox="1"/>
          <p:nvPr/>
        </p:nvSpPr>
        <p:spPr>
          <a:xfrm>
            <a:off x="4140834" y="3590131"/>
            <a:ext cx="6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2DDC3-83BC-395E-8F2F-42FE670465F4}"/>
              </a:ext>
            </a:extLst>
          </p:cNvPr>
          <p:cNvSpPr txBox="1"/>
          <p:nvPr/>
        </p:nvSpPr>
        <p:spPr>
          <a:xfrm>
            <a:off x="4140834" y="4038490"/>
            <a:ext cx="6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B9BBF-56E6-A419-3D3C-68E86E10513F}"/>
              </a:ext>
            </a:extLst>
          </p:cNvPr>
          <p:cNvSpPr txBox="1"/>
          <p:nvPr/>
        </p:nvSpPr>
        <p:spPr>
          <a:xfrm>
            <a:off x="4140834" y="4501671"/>
            <a:ext cx="6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E555F-230E-F18B-B60E-14FF6EC07E50}"/>
              </a:ext>
            </a:extLst>
          </p:cNvPr>
          <p:cNvSpPr txBox="1"/>
          <p:nvPr/>
        </p:nvSpPr>
        <p:spPr>
          <a:xfrm>
            <a:off x="742314" y="5547749"/>
            <a:ext cx="10508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</a:rPr>
              <a:t>Pattern is increasing by adding the pattern number for example 1 is 1 2 is 1+2=3…</a:t>
            </a:r>
          </a:p>
        </p:txBody>
      </p:sp>
    </p:spTree>
    <p:extLst>
      <p:ext uri="{BB962C8B-B14F-4D97-AF65-F5344CB8AC3E}">
        <p14:creationId xmlns:p14="http://schemas.microsoft.com/office/powerpoint/2010/main" val="119945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31732-6438-4510-84DA-DF38AB4A235C}"/>
              </a:ext>
            </a:extLst>
          </p:cNvPr>
          <p:cNvSpPr txBox="1">
            <a:spLocks/>
          </p:cNvSpPr>
          <p:nvPr/>
        </p:nvSpPr>
        <p:spPr>
          <a:xfrm>
            <a:off x="467360" y="342265"/>
            <a:ext cx="11308080" cy="396416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3) Using your pattern, predict how many footballs will be in the 5</a:t>
            </a:r>
            <a:r>
              <a:rPr lang="en-US" baseline="30000"/>
              <a:t>th</a:t>
            </a:r>
            <a:r>
              <a:rPr lang="en-US"/>
              <a:t> pattern.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4) Prove your prediction is correct by drawing the 5</a:t>
            </a:r>
            <a:r>
              <a:rPr lang="en-US" baseline="30000"/>
              <a:t>th</a:t>
            </a:r>
            <a:r>
              <a:rPr lang="en-US"/>
              <a:t> pattern.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5) If we use the letter P to be the pattern number, and F to be the number of footballs, determine which formula is correct: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3201B8-891D-4CEE-8020-F09F9ED05BAD}"/>
                  </a:ext>
                </a:extLst>
              </p:cNvPr>
              <p:cNvSpPr txBox="1"/>
              <p:nvPr/>
            </p:nvSpPr>
            <p:spPr>
              <a:xfrm>
                <a:off x="1930400" y="4335960"/>
                <a:ext cx="1371273" cy="76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/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3201B8-891D-4CEE-8020-F09F9ED05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0" y="4335960"/>
                <a:ext cx="1371273" cy="765466"/>
              </a:xfrm>
              <a:prstGeom prst="rect">
                <a:avLst/>
              </a:prstGeom>
              <a:blipFill>
                <a:blip r:embed="rId2"/>
                <a:stretch>
                  <a:fillRect l="-18222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BDCD1B-B487-4F69-A11B-12F3D6300884}"/>
                  </a:ext>
                </a:extLst>
              </p:cNvPr>
              <p:cNvSpPr txBox="1"/>
              <p:nvPr/>
            </p:nvSpPr>
            <p:spPr>
              <a:xfrm>
                <a:off x="3982757" y="4426802"/>
                <a:ext cx="1193275" cy="695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/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BDCD1B-B487-4F69-A11B-12F3D6300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757" y="4426802"/>
                <a:ext cx="1193275" cy="695383"/>
              </a:xfrm>
              <a:prstGeom prst="rect">
                <a:avLst/>
              </a:prstGeom>
              <a:blipFill>
                <a:blip r:embed="rId3"/>
                <a:stretch>
                  <a:fillRect l="-20408" t="-2632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7CD1DD-2DE5-49C8-8617-A358AEF03D2C}"/>
                  </a:ext>
                </a:extLst>
              </p:cNvPr>
              <p:cNvSpPr txBox="1"/>
              <p:nvPr/>
            </p:nvSpPr>
            <p:spPr>
              <a:xfrm>
                <a:off x="5664039" y="4487593"/>
                <a:ext cx="155972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/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7CD1DD-2DE5-49C8-8617-A358AEF03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039" y="4487593"/>
                <a:ext cx="1559722" cy="492443"/>
              </a:xfrm>
              <a:prstGeom prst="rect">
                <a:avLst/>
              </a:prstGeom>
              <a:blipFill>
                <a:blip r:embed="rId4"/>
                <a:stretch>
                  <a:fillRect l="-15625" t="-23457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210B909-D746-5F2A-466C-2ABD9C30C89C}"/>
              </a:ext>
            </a:extLst>
          </p:cNvPr>
          <p:cNvSpPr txBox="1"/>
          <p:nvPr/>
        </p:nvSpPr>
        <p:spPr>
          <a:xfrm>
            <a:off x="867330" y="1015874"/>
            <a:ext cx="10508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highlight>
                  <a:srgbClr val="FFFF00"/>
                </a:highlight>
              </a:rPr>
              <a:t>5</a:t>
            </a:r>
            <a:r>
              <a:rPr lang="en-US" sz="2400" baseline="30000">
                <a:solidFill>
                  <a:srgbClr val="FF0000"/>
                </a:solidFill>
                <a:highlight>
                  <a:srgbClr val="FFFF00"/>
                </a:highlight>
              </a:rPr>
              <a:t>th</a:t>
            </a:r>
            <a:r>
              <a:rPr lang="en-US" sz="2400">
                <a:solidFill>
                  <a:srgbClr val="FF0000"/>
                </a:solidFill>
                <a:highlight>
                  <a:srgbClr val="FFFF00"/>
                </a:highlight>
              </a:rPr>
              <a:t> pattern </a:t>
            </a:r>
            <a:r>
              <a:rPr lang="en-US" sz="240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 15 footballs</a:t>
            </a:r>
            <a:endParaRPr lang="en-US" sz="2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CBC2B7-74D7-3A86-C363-F63FE2C81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342" y="1112047"/>
            <a:ext cx="2059339" cy="22456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D5C9A86-1EB9-0C74-E87E-F96A5205B769}"/>
              </a:ext>
            </a:extLst>
          </p:cNvPr>
          <p:cNvSpPr/>
          <p:nvPr/>
        </p:nvSpPr>
        <p:spPr>
          <a:xfrm>
            <a:off x="3642659" y="4302404"/>
            <a:ext cx="1869440" cy="104773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9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C44A1D-C4BB-49A2-8C14-3188F3D161AE}"/>
              </a:ext>
            </a:extLst>
          </p:cNvPr>
          <p:cNvSpPr txBox="1"/>
          <p:nvPr/>
        </p:nvSpPr>
        <p:spPr>
          <a:xfrm>
            <a:off x="802640" y="1127024"/>
            <a:ext cx="1096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6) You must clearly explain your reasoning with more than one example.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BBB081-3611-16C1-516D-85F18927CE2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096963" y="1846263"/>
                <a:ext cx="1464247" cy="70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BBB081-3611-16C1-516D-85F18927CE2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846263"/>
                <a:ext cx="1464247" cy="708014"/>
              </a:xfrm>
              <a:prstGeom prst="rect">
                <a:avLst/>
              </a:prstGeom>
              <a:blipFill>
                <a:blip r:embed="rId2"/>
                <a:stretch>
                  <a:fillRect l="-10833" t="-1724" b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00B064-3054-4056-BD02-B63EE1FA6F57}"/>
                  </a:ext>
                </a:extLst>
              </p:cNvPr>
              <p:cNvSpPr txBox="1"/>
              <p:nvPr/>
            </p:nvSpPr>
            <p:spPr>
              <a:xfrm>
                <a:off x="1178560" y="2740840"/>
                <a:ext cx="1331903" cy="76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00B064-3054-4056-BD02-B63EE1FA6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60" y="2740840"/>
                <a:ext cx="1331903" cy="765466"/>
              </a:xfrm>
              <a:prstGeom prst="rect">
                <a:avLst/>
              </a:prstGeom>
              <a:blipFill>
                <a:blip r:embed="rId3"/>
                <a:stretch>
                  <a:fillRect l="-18265" b="-19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4E4E9D-DD89-4CD2-E886-28F9AD8FB23D}"/>
                  </a:ext>
                </a:extLst>
              </p:cNvPr>
              <p:cNvSpPr txBox="1"/>
              <p:nvPr/>
            </p:nvSpPr>
            <p:spPr>
              <a:xfrm>
                <a:off x="1229307" y="3728138"/>
                <a:ext cx="1346715" cy="703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25+5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4E4E9D-DD89-4CD2-E886-28F9AD8FB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307" y="3728138"/>
                <a:ext cx="1346715" cy="703462"/>
              </a:xfrm>
              <a:prstGeom prst="rect">
                <a:avLst/>
              </a:prstGeom>
              <a:blipFill>
                <a:blip r:embed="rId4"/>
                <a:stretch>
                  <a:fillRect l="-18552" t="-1739" b="-2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48AA71-B90D-1E3E-EB1D-DC95E20CBAA7}"/>
                  </a:ext>
                </a:extLst>
              </p:cNvPr>
              <p:cNvSpPr txBox="1"/>
              <p:nvPr/>
            </p:nvSpPr>
            <p:spPr>
              <a:xfrm>
                <a:off x="1229307" y="4699698"/>
                <a:ext cx="955583" cy="6964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48AA71-B90D-1E3E-EB1D-DC95E20CB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307" y="4699698"/>
                <a:ext cx="955583" cy="696409"/>
              </a:xfrm>
              <a:prstGeom prst="rect">
                <a:avLst/>
              </a:prstGeom>
              <a:blipFill>
                <a:blip r:embed="rId5"/>
                <a:stretch>
                  <a:fillRect l="-26282" t="-2632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908E67-8CA6-BEAF-5E62-88AE2E7730A4}"/>
                  </a:ext>
                </a:extLst>
              </p:cNvPr>
              <p:cNvSpPr txBox="1"/>
              <p:nvPr/>
            </p:nvSpPr>
            <p:spPr>
              <a:xfrm>
                <a:off x="1229306" y="5605461"/>
                <a:ext cx="10645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b="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sz="32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908E67-8CA6-BEAF-5E62-88AE2E773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306" y="5605461"/>
                <a:ext cx="1064587" cy="492443"/>
              </a:xfrm>
              <a:prstGeom prst="rect">
                <a:avLst/>
              </a:prstGeom>
              <a:blipFill>
                <a:blip r:embed="rId6"/>
                <a:stretch>
                  <a:fillRect l="-23563" t="-25000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3A9184CF-119C-536D-4DE6-D04F21994F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3366" y="2415559"/>
                <a:ext cx="1464247" cy="70801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3A9184CF-119C-536D-4DE6-D04F21994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66" y="2415559"/>
                <a:ext cx="1464247" cy="708014"/>
              </a:xfrm>
              <a:prstGeom prst="rect">
                <a:avLst/>
              </a:prstGeom>
              <a:blipFill>
                <a:blip r:embed="rId7"/>
                <a:stretch>
                  <a:fillRect l="-10833" t="-862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A160696-09CA-7B32-6614-306A77355D38}"/>
              </a:ext>
            </a:extLst>
          </p:cNvPr>
          <p:cNvSpPr txBox="1"/>
          <p:nvPr/>
        </p:nvSpPr>
        <p:spPr>
          <a:xfrm>
            <a:off x="3962400" y="1846263"/>
            <a:ext cx="2905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</a:rPr>
              <a:t>Pattern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935442AE-12EF-9460-97A7-A01068605A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3365" y="3371855"/>
                <a:ext cx="1771126" cy="70801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935442AE-12EF-9460-97A7-A01068605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65" y="3371855"/>
                <a:ext cx="1771126" cy="708014"/>
              </a:xfrm>
              <a:prstGeom prst="rect">
                <a:avLst/>
              </a:prstGeom>
              <a:blipFill>
                <a:blip r:embed="rId8"/>
                <a:stretch>
                  <a:fillRect l="-8966" t="-862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3">
                <a:extLst>
                  <a:ext uri="{FF2B5EF4-FFF2-40B4-BE49-F238E27FC236}">
                    <a16:creationId xmlns:a16="http://schemas.microsoft.com/office/drawing/2014/main" id="{C3059169-053B-5FE0-E4F9-DB791617C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3365" y="4176736"/>
                <a:ext cx="1785938" cy="644151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Content Placeholder 3">
                <a:extLst>
                  <a:ext uri="{FF2B5EF4-FFF2-40B4-BE49-F238E27FC236}">
                    <a16:creationId xmlns:a16="http://schemas.microsoft.com/office/drawing/2014/main" id="{C3059169-053B-5FE0-E4F9-DB791617C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65" y="4176736"/>
                <a:ext cx="1785938" cy="644151"/>
              </a:xfrm>
              <a:prstGeom prst="rect">
                <a:avLst/>
              </a:prstGeom>
              <a:blipFill>
                <a:blip r:embed="rId9"/>
                <a:stretch>
                  <a:fillRect l="-8874" t="-10377"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3">
                <a:extLst>
                  <a:ext uri="{FF2B5EF4-FFF2-40B4-BE49-F238E27FC236}">
                    <a16:creationId xmlns:a16="http://schemas.microsoft.com/office/drawing/2014/main" id="{802752CC-D3F1-E198-AE85-8F5F03643E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5959" y="4980012"/>
                <a:ext cx="1221681" cy="644151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420</m:t>
                        </m:r>
                      </m:num>
                      <m:den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Content Placeholder 3">
                <a:extLst>
                  <a:ext uri="{FF2B5EF4-FFF2-40B4-BE49-F238E27FC236}">
                    <a16:creationId xmlns:a16="http://schemas.microsoft.com/office/drawing/2014/main" id="{802752CC-D3F1-E198-AE85-8F5F03643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959" y="4980012"/>
                <a:ext cx="1221681" cy="644151"/>
              </a:xfrm>
              <a:prstGeom prst="rect">
                <a:avLst/>
              </a:prstGeom>
              <a:blipFill>
                <a:blip r:embed="rId10"/>
                <a:stretch>
                  <a:fillRect l="-12438" t="-11321" b="-2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3">
                <a:extLst>
                  <a:ext uri="{FF2B5EF4-FFF2-40B4-BE49-F238E27FC236}">
                    <a16:creationId xmlns:a16="http://schemas.microsoft.com/office/drawing/2014/main" id="{F618721B-5475-A9A2-B5E4-502FB5DAB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5958" y="5730976"/>
                <a:ext cx="1385187" cy="44319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>
                    <a:solidFill>
                      <a:srgbClr val="FF0000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Content Placeholder 3">
                <a:extLst>
                  <a:ext uri="{FF2B5EF4-FFF2-40B4-BE49-F238E27FC236}">
                    <a16:creationId xmlns:a16="http://schemas.microsoft.com/office/drawing/2014/main" id="{F618721B-5475-A9A2-B5E4-502FB5DAB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958" y="5730976"/>
                <a:ext cx="1385187" cy="443198"/>
              </a:xfrm>
              <a:prstGeom prst="rect">
                <a:avLst/>
              </a:prstGeom>
              <a:blipFill>
                <a:blip r:embed="rId11"/>
                <a:stretch>
                  <a:fillRect l="-10965" t="-36986" b="-56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47553917-9D2E-0361-76FC-3C55270517EB}"/>
              </a:ext>
            </a:extLst>
          </p:cNvPr>
          <p:cNvSpPr/>
          <p:nvPr/>
        </p:nvSpPr>
        <p:spPr>
          <a:xfrm>
            <a:off x="1096963" y="1846263"/>
            <a:ext cx="2052637" cy="4327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F7A248-7D73-A80B-7FA6-934C382872D4}"/>
              </a:ext>
            </a:extLst>
          </p:cNvPr>
          <p:cNvSpPr/>
          <p:nvPr/>
        </p:nvSpPr>
        <p:spPr>
          <a:xfrm>
            <a:off x="3922609" y="1886274"/>
            <a:ext cx="2052637" cy="4327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9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2006-4B75-C229-087E-4132F77DA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25A7-CD8F-EF04-64F1-A71C87234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Criterion B &amp; 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93E54-6EA2-C879-5098-421B2F56F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3870" y="4429602"/>
            <a:ext cx="6447410" cy="569118"/>
          </a:xfrm>
        </p:spPr>
        <p:txBody>
          <a:bodyPr>
            <a:normAutofit/>
          </a:bodyPr>
          <a:lstStyle/>
          <a:p>
            <a:r>
              <a:rPr lang="en-US" u="sng"/>
              <a:t>Practice Investigation Lesson 2</a:t>
            </a:r>
          </a:p>
        </p:txBody>
      </p:sp>
    </p:spTree>
    <p:extLst>
      <p:ext uri="{BB962C8B-B14F-4D97-AF65-F5344CB8AC3E}">
        <p14:creationId xmlns:p14="http://schemas.microsoft.com/office/powerpoint/2010/main" val="102942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22948C-0C41-4CDD-EA4C-1C5F2686E14F}"/>
              </a:ext>
            </a:extLst>
          </p:cNvPr>
          <p:cNvSpPr txBox="1"/>
          <p:nvPr/>
        </p:nvSpPr>
        <p:spPr>
          <a:xfrm>
            <a:off x="91440" y="976298"/>
            <a:ext cx="11714480" cy="37684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Identify the 3D Shape Look at the descriptions below and write the correct name of the 3D shape. </a:t>
            </a:r>
            <a:endParaRPr lang="en-US" sz="2400" b="0" i="0" u="none" strike="noStrike" baseline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 shape with 6 faces, all of which are squares. ______________ </a:t>
            </a:r>
          </a:p>
          <a:p>
            <a:pPr>
              <a:lnSpc>
                <a:spcPct val="200000"/>
              </a:lnSpc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 shape with 1 curved surface and 2 circular faces. ______________ </a:t>
            </a:r>
          </a:p>
          <a:p>
            <a:pPr>
              <a:lnSpc>
                <a:spcPct val="200000"/>
              </a:lnSpc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 shape with only 1 face and comes to a single point. ______________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FEBD2-6CDE-7449-7638-D670795A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586480" cy="800517"/>
          </a:xfrm>
        </p:spPr>
        <p:txBody>
          <a:bodyPr/>
          <a:lstStyle/>
          <a:p>
            <a:r>
              <a:rPr lang="en-US" b="1"/>
              <a:t>Acer Starter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04FE5-F7A8-E41C-8454-DB0818D07ADE}"/>
              </a:ext>
            </a:extLst>
          </p:cNvPr>
          <p:cNvSpPr txBox="1"/>
          <p:nvPr/>
        </p:nvSpPr>
        <p:spPr>
          <a:xfrm>
            <a:off x="6510020" y="2441694"/>
            <a:ext cx="1861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Cube</a:t>
            </a:r>
            <a:endParaRPr 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6CA34-E141-ABE7-CA98-F40CFA7F5228}"/>
              </a:ext>
            </a:extLst>
          </p:cNvPr>
          <p:cNvSpPr txBox="1"/>
          <p:nvPr/>
        </p:nvSpPr>
        <p:spPr>
          <a:xfrm>
            <a:off x="6906260" y="3246757"/>
            <a:ext cx="2339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Cylinder</a:t>
            </a:r>
            <a:endParaRPr lang="en-US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49722-7B51-013B-DA73-3C312D24C4F1}"/>
              </a:ext>
            </a:extLst>
          </p:cNvPr>
          <p:cNvSpPr txBox="1"/>
          <p:nvPr/>
        </p:nvSpPr>
        <p:spPr>
          <a:xfrm>
            <a:off x="7202170" y="3977701"/>
            <a:ext cx="2339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Cone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62696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3334-C0DF-0E88-EB34-04CA6812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88389"/>
            <a:ext cx="10058400" cy="800517"/>
          </a:xfrm>
        </p:spPr>
        <p:txBody>
          <a:bodyPr>
            <a:normAutofit fontScale="90000"/>
          </a:bodyPr>
          <a:lstStyle/>
          <a:p>
            <a:b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b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sz="3600" b="1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Count the Faces, Edges, and Vertices Complete the table below by filling in the missing values: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B9400-4960-2087-DC27-69E5F7490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988906"/>
            <a:ext cx="7935686" cy="5329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FCE04E-271A-8DF3-1A32-BE774D12585A}"/>
              </a:ext>
            </a:extLst>
          </p:cNvPr>
          <p:cNvSpPr txBox="1"/>
          <p:nvPr/>
        </p:nvSpPr>
        <p:spPr>
          <a:xfrm>
            <a:off x="8066315" y="1084620"/>
            <a:ext cx="39950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True or False? 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Circle the correct answer. </a:t>
            </a:r>
          </a:p>
          <a:p>
            <a:endParaRPr lang="en-US" sz="20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20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 sphere has no edges or vertices. 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True / False </a:t>
            </a:r>
          </a:p>
          <a:p>
            <a:endParaRPr lang="en-US" sz="20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20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 triangular prism has 5 faces. 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True / False </a:t>
            </a:r>
          </a:p>
          <a:p>
            <a:endParaRPr lang="en-US" sz="2000" b="0" i="0" u="none" strike="noStrike" baseline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20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A cone has a curved surface and a circular face. 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True / False </a:t>
            </a:r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4C686-0B70-1C95-6BCB-59073AB0A0AA}"/>
              </a:ext>
            </a:extLst>
          </p:cNvPr>
          <p:cNvSpPr txBox="1"/>
          <p:nvPr/>
        </p:nvSpPr>
        <p:spPr>
          <a:xfrm>
            <a:off x="8707120" y="2306320"/>
            <a:ext cx="1036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78C63-7173-8DAE-9ADB-4C3DBBDF59B5}"/>
              </a:ext>
            </a:extLst>
          </p:cNvPr>
          <p:cNvSpPr txBox="1"/>
          <p:nvPr/>
        </p:nvSpPr>
        <p:spPr>
          <a:xfrm>
            <a:off x="8707120" y="3249741"/>
            <a:ext cx="1036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8F107-10E3-8779-6A61-EAEB44A570E0}"/>
              </a:ext>
            </a:extLst>
          </p:cNvPr>
          <p:cNvSpPr txBox="1"/>
          <p:nvPr/>
        </p:nvSpPr>
        <p:spPr>
          <a:xfrm>
            <a:off x="10180320" y="4193163"/>
            <a:ext cx="1036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5FB12-E199-8860-8907-829DB287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" y="792287"/>
            <a:ext cx="7935686" cy="527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5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4D2B-E1A2-F98D-45D5-37EC3824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86720" cy="650240"/>
          </a:xfrm>
        </p:spPr>
        <p:txBody>
          <a:bodyPr>
            <a:normAutofit/>
          </a:bodyPr>
          <a:lstStyle/>
          <a:p>
            <a:r>
              <a:rPr lang="en-US" sz="3600" b="1" kern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Investigation: Building Steps with Square Tiles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C4845-EABE-9C5E-9F63-436E7F522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12" y="1893590"/>
            <a:ext cx="5812268" cy="4497050"/>
          </a:xfrm>
        </p:spPr>
        <p:txBody>
          <a:bodyPr>
            <a:normAutofit/>
          </a:bodyPr>
          <a:lstStyle/>
          <a:p>
            <a:r>
              <a:rPr lang="en-US" sz="2100"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Fill in the table below:</a:t>
            </a:r>
          </a:p>
          <a:p>
            <a:endParaRPr lang="en-US" sz="2100" b="1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2100" b="1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2100" b="1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100" b="1"/>
              <a:t>1. In words describe what pattern you can see in the Number of tiles</a:t>
            </a:r>
          </a:p>
          <a:p>
            <a:endParaRPr lang="en-US" sz="2100" b="1"/>
          </a:p>
          <a:p>
            <a:endParaRPr lang="en-US" sz="2100" b="1"/>
          </a:p>
          <a:p>
            <a:r>
              <a:rPr lang="en-US" sz="2100" b="1"/>
              <a:t>2. The sequence of numbers is a well-known set of numbers. What is the nth term?</a:t>
            </a:r>
          </a:p>
          <a:p>
            <a:endParaRPr lang="en-US" sz="2100" b="1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28597-BC54-6ABF-7168-DC8465CAC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2" y="579894"/>
            <a:ext cx="7591430" cy="1090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A18D0-C4CA-7A27-48F5-DCF227DCB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2250738"/>
            <a:ext cx="4328160" cy="1422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DCD972-819E-4875-D57D-D532E9C378A0}"/>
              </a:ext>
            </a:extLst>
          </p:cNvPr>
          <p:cNvSpPr txBox="1"/>
          <p:nvPr/>
        </p:nvSpPr>
        <p:spPr>
          <a:xfrm>
            <a:off x="4917440" y="1893590"/>
            <a:ext cx="6858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3. Use this rule to calculate the number of tiles in step 10.</a:t>
            </a:r>
            <a:r>
              <a:rPr lang="en-US" sz="1800" b="1"/>
              <a:t> </a:t>
            </a:r>
          </a:p>
          <a:p>
            <a:endParaRPr lang="en-US" sz="18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FC979-5DB6-F460-5BA8-61236B3EB0D2}"/>
              </a:ext>
            </a:extLst>
          </p:cNvPr>
          <p:cNvSpPr txBox="1"/>
          <p:nvPr/>
        </p:nvSpPr>
        <p:spPr>
          <a:xfrm>
            <a:off x="8697708" y="3943362"/>
            <a:ext cx="28096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15</a:t>
            </a:r>
          </a:p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With 225 tiles, you can build 15 steps since </a:t>
            </a:r>
          </a:p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15² = 225.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C85215-37AE-9843-7EAD-77FEE2795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" y="2250738"/>
            <a:ext cx="4328160" cy="14405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6FFF80-4864-4FDE-3D93-3C57357DB1C0}"/>
              </a:ext>
            </a:extLst>
          </p:cNvPr>
          <p:cNvSpPr txBox="1"/>
          <p:nvPr/>
        </p:nvSpPr>
        <p:spPr>
          <a:xfrm>
            <a:off x="111012" y="4302451"/>
            <a:ext cx="5984988" cy="102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difference in the number of tiles is increasing by two, as the step number increases by 1/ the second difference is two . This means it is a quadratic sequence. </a:t>
            </a:r>
            <a:endParaRPr lang="en-US" sz="16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77CD29-4B5F-38AE-D387-FCDAA5F8F164}"/>
              </a:ext>
            </a:extLst>
          </p:cNvPr>
          <p:cNvSpPr txBox="1"/>
          <p:nvPr/>
        </p:nvSpPr>
        <p:spPr>
          <a:xfrm>
            <a:off x="3794760" y="5778750"/>
            <a:ext cx="86868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T= n</a:t>
            </a:r>
            <a:r>
              <a:rPr lang="en-US" sz="1800" baseline="300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endParaRPr lang="en-US" sz="16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B83168-CE17-5800-8A08-8188B38118E0}"/>
              </a:ext>
            </a:extLst>
          </p:cNvPr>
          <p:cNvSpPr txBox="1"/>
          <p:nvPr/>
        </p:nvSpPr>
        <p:spPr>
          <a:xfrm>
            <a:off x="5118100" y="2294661"/>
            <a:ext cx="3995420" cy="398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Step 10 would use 10² = 100 tiles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0AE780-8F3E-091F-7A37-161C9200530F}"/>
              </a:ext>
            </a:extLst>
          </p:cNvPr>
          <p:cNvSpPr txBox="1"/>
          <p:nvPr/>
        </p:nvSpPr>
        <p:spPr>
          <a:xfrm>
            <a:off x="6137388" y="3368151"/>
            <a:ext cx="2346212" cy="3264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25 + 11 = 36</a:t>
            </a:r>
            <a:endParaRPr lang="en-US" sz="16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36 + 13 = 49</a:t>
            </a:r>
            <a:endParaRPr lang="en-US" sz="16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49 + 15 = 64</a:t>
            </a:r>
            <a:endParaRPr lang="en-US" sz="16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64 + 17 = 81</a:t>
            </a:r>
            <a:endParaRPr lang="en-US" sz="16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</a:rPr>
              <a:t>81 + 19 = 100- this is the same answer found when using the formula</a:t>
            </a:r>
            <a:br>
              <a:rPr lang="en-US" sz="1800">
                <a:effectLst/>
                <a:highlight>
                  <a:srgbClr val="FFFF00"/>
                </a:highlight>
                <a:latin typeface="Arial" panose="020B0604020202020204" pitchFamily="34" charset="0"/>
                <a:ea typeface="MS Mincho" panose="02020609040205080304" pitchFamily="49" charset="-128"/>
              </a:rPr>
            </a:br>
            <a:endParaRPr lang="en-US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8F80B5-A005-F549-21C1-ED20F0CFC162}"/>
              </a:ext>
            </a:extLst>
          </p:cNvPr>
          <p:cNvSpPr txBox="1"/>
          <p:nvPr/>
        </p:nvSpPr>
        <p:spPr>
          <a:xfrm>
            <a:off x="8376546" y="3368151"/>
            <a:ext cx="3704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5. If you have 225 tiles, how many steps can you build?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13A18E-589C-303D-DAF9-6F26B30935C1}"/>
              </a:ext>
            </a:extLst>
          </p:cNvPr>
          <p:cNvSpPr txBox="1"/>
          <p:nvPr/>
        </p:nvSpPr>
        <p:spPr>
          <a:xfrm>
            <a:off x="5263589" y="2737425"/>
            <a:ext cx="3704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4. Verify that this rule is correct. </a:t>
            </a:r>
          </a:p>
          <a:p>
            <a:r>
              <a:rPr lang="en-US" sz="1800" b="1"/>
              <a:t>Can carry on the sequence : </a:t>
            </a:r>
          </a:p>
        </p:txBody>
      </p:sp>
    </p:spTree>
    <p:extLst>
      <p:ext uri="{BB962C8B-B14F-4D97-AF65-F5344CB8AC3E}">
        <p14:creationId xmlns:p14="http://schemas.microsoft.com/office/powerpoint/2010/main" val="315808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9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5587-DC52-93C0-7A5F-7BE7DCA0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82320"/>
          </a:xfrm>
        </p:spPr>
        <p:txBody>
          <a:bodyPr>
            <a:normAutofit/>
          </a:bodyPr>
          <a:lstStyle/>
          <a:p>
            <a:r>
              <a:rPr lang="en-US" b="1"/>
              <a:t>Building Block Towers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01BE7-A6FD-2F79-D2EE-E50B6257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1561254"/>
            <a:ext cx="7701280" cy="4023360"/>
          </a:xfrm>
          <a:solidFill>
            <a:schemeClr val="bg1"/>
          </a:solidFill>
        </p:spPr>
        <p:txBody>
          <a:bodyPr/>
          <a:lstStyle/>
          <a:p>
            <a:r>
              <a:rPr lang="en-US" b="1"/>
              <a:t>Part A: Straight Towers</a:t>
            </a:r>
          </a:p>
          <a:p>
            <a:r>
              <a:rPr lang="en-US"/>
              <a:t>Layla builds a tower using the same 3-blocks-high column each time.</a:t>
            </a:r>
            <a:br>
              <a:rPr lang="en-US"/>
            </a:br>
            <a:r>
              <a:rPr lang="en-US"/>
              <a:t>- Tower 1 has 1 column, and each column uses 3 blocks.</a:t>
            </a:r>
            <a:br>
              <a:rPr lang="en-US"/>
            </a:br>
            <a:r>
              <a:rPr lang="en-US"/>
              <a:t>- Tower 2 has 2 columns.</a:t>
            </a:r>
            <a:br>
              <a:rPr lang="en-US"/>
            </a:br>
            <a:r>
              <a:rPr lang="en-US"/>
              <a:t>- Tower 3 has 3 columns.</a:t>
            </a:r>
            <a:br>
              <a:rPr lang="en-US"/>
            </a:br>
            <a:r>
              <a:rPr lang="en-US"/>
              <a:t>- And so on…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0AE21-AD71-2DA1-B81F-FDEDD4702350}"/>
              </a:ext>
            </a:extLst>
          </p:cNvPr>
          <p:cNvSpPr txBox="1"/>
          <p:nvPr/>
        </p:nvSpPr>
        <p:spPr>
          <a:xfrm>
            <a:off x="0" y="628983"/>
            <a:ext cx="12059920" cy="770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0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Layla is building towers out of blocks for a school art project. She notices some interesting patterns as her towers grow. Let’s help her figure out how many blocks she needs!</a:t>
            </a:r>
            <a:endParaRPr lang="en-US" sz="2000" b="1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02D3B-8934-060C-D51D-C4E895D3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52" y="3429000"/>
            <a:ext cx="7418208" cy="195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1090C1-6642-37C0-DE25-4E052CE1C232}"/>
              </a:ext>
            </a:extLst>
          </p:cNvPr>
          <p:cNvSpPr txBox="1"/>
          <p:nvPr/>
        </p:nvSpPr>
        <p:spPr>
          <a:xfrm>
            <a:off x="7813040" y="1399130"/>
            <a:ext cx="4172708" cy="325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Question</a:t>
            </a:r>
          </a:p>
          <a:p>
            <a:pPr marL="342900" marR="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Complete the table.</a:t>
            </a:r>
          </a:p>
          <a:p>
            <a:pPr marL="342900" marR="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Describe the pattern in the total number of blocks.</a:t>
            </a:r>
          </a:p>
          <a:p>
            <a:pPr marR="0">
              <a:lnSpc>
                <a:spcPct val="115000"/>
              </a:lnSpc>
              <a:spcAft>
                <a:spcPts val="1000"/>
              </a:spcAft>
            </a:pPr>
            <a:endParaRPr lang="en-US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Aft>
                <a:spcPts val="1000"/>
              </a:spcAft>
            </a:pPr>
            <a:endParaRPr lang="en-US" sz="1800">
              <a:solidFill>
                <a:srgbClr val="000000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3. Can you write a formula for the total number of blocks in Tower n?</a:t>
            </a:r>
            <a:endParaRPr lang="en-US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319443-3F7D-4F1F-CEC7-2552AD2B7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52" y="3429000"/>
            <a:ext cx="7418208" cy="19140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1C30CE-CBEB-2A5B-7A37-1F960C903B52}"/>
              </a:ext>
            </a:extLst>
          </p:cNvPr>
          <p:cNvSpPr txBox="1"/>
          <p:nvPr/>
        </p:nvSpPr>
        <p:spPr>
          <a:xfrm>
            <a:off x="8115192" y="2918571"/>
            <a:ext cx="4076808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total number of blocks increases by 3 as the tower number increases by 1. This means it is a linear sequence.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B5B96-639E-7BE6-5B4C-D81DA4364A83}"/>
              </a:ext>
            </a:extLst>
          </p:cNvPr>
          <p:cNvSpPr txBox="1"/>
          <p:nvPr/>
        </p:nvSpPr>
        <p:spPr>
          <a:xfrm>
            <a:off x="7813040" y="4653995"/>
            <a:ext cx="298704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4. How many blocks will Layla need for Tower 15?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4C7137-11E3-A552-66F8-CE9978C1EC8B}"/>
              </a:ext>
            </a:extLst>
          </p:cNvPr>
          <p:cNvSpPr txBox="1"/>
          <p:nvPr/>
        </p:nvSpPr>
        <p:spPr>
          <a:xfrm>
            <a:off x="10886440" y="4284663"/>
            <a:ext cx="1099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 = 3n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A1F715-365E-2E50-9ECF-E383BCC0E220}"/>
              </a:ext>
            </a:extLst>
          </p:cNvPr>
          <p:cNvSpPr txBox="1"/>
          <p:nvPr/>
        </p:nvSpPr>
        <p:spPr>
          <a:xfrm>
            <a:off x="10539475" y="4999230"/>
            <a:ext cx="1706879" cy="383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 = 3 x 15= 45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76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E43C-12DD-C64A-2CF3-5EFDCEA9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5. Test and verify the formula you have found to check that it is correct. 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5469F-453D-66A1-3FC5-1D5C0FEFD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952240" cy="4023360"/>
          </a:xfrm>
        </p:spPr>
        <p:txBody>
          <a:bodyPr/>
          <a:lstStyle/>
          <a:p>
            <a:pPr marR="0" lvl="0">
              <a:lnSpc>
                <a:spcPct val="115000"/>
              </a:lnSpc>
            </a:pPr>
            <a:r>
              <a:rPr lang="en-US" sz="2000" b="1" u="sng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Test : </a:t>
            </a:r>
          </a:p>
          <a:p>
            <a:pPr marR="0" lvl="0">
              <a:lnSpc>
                <a:spcPct val="115000"/>
              </a:lnSpc>
            </a:pPr>
            <a:r>
              <a:rPr lang="en-US" sz="20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n=1 </a:t>
            </a:r>
            <a:endParaRPr lang="en-US"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20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 = 3 x 1= 3</a:t>
            </a:r>
            <a:endParaRPr lang="en-US"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20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n=2 </a:t>
            </a:r>
            <a:endParaRPr lang="en-US"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20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 = 3 x 2 = 6</a:t>
            </a:r>
            <a:endParaRPr lang="en-US"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20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These are the same as the values seen in the table</a:t>
            </a:r>
            <a:endParaRPr lang="en-US" sz="20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0E94B-5F46-B80B-988A-E2D55CA12017}"/>
              </a:ext>
            </a:extLst>
          </p:cNvPr>
          <p:cNvSpPr txBox="1"/>
          <p:nvPr/>
        </p:nvSpPr>
        <p:spPr>
          <a:xfrm>
            <a:off x="5659120" y="1845734"/>
            <a:ext cx="6096000" cy="4332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buNone/>
            </a:pPr>
            <a:r>
              <a:rPr lang="en-US" sz="1800" b="1" u="sng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Verify</a:t>
            </a:r>
            <a:endParaRPr lang="en-US" sz="1800" b="1" u="sng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Carry on sequence: 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18 + 3 = 21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21 + 3 = 24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n=7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B= 3 x 7 = 21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n=8 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B= 3 x 8 = 24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These are the same as the values found when continuing the sequence</a:t>
            </a:r>
            <a:endParaRPr lang="en-US" sz="1800">
              <a:effectLst/>
              <a:highlight>
                <a:srgbClr val="FFFF00"/>
              </a:highlight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Tower 15: 3 × 15 = 45 blocks</a:t>
            </a:r>
          </a:p>
        </p:txBody>
      </p:sp>
    </p:spTree>
    <p:extLst>
      <p:ext uri="{BB962C8B-B14F-4D97-AF65-F5344CB8AC3E}">
        <p14:creationId xmlns:p14="http://schemas.microsoft.com/office/powerpoint/2010/main" val="173210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9E74-0787-416D-BB90-C5B45794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Try to join the points to create a rectangle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8122-5903-4072-815C-D0662CD11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480" y="4864099"/>
            <a:ext cx="9321800" cy="51308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How many different rectangles can we create?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F3038-4004-4832-8F0A-086F2B3035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13" t="15248" r="31250" b="61545"/>
          <a:stretch/>
        </p:blipFill>
        <p:spPr>
          <a:xfrm>
            <a:off x="885404" y="2364286"/>
            <a:ext cx="9679551" cy="253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98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4C4B12-D3DA-4BC7-90E4-C2AD02B7A5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35" t="30522" r="21956" b="27525"/>
          <a:stretch/>
        </p:blipFill>
        <p:spPr>
          <a:xfrm>
            <a:off x="830807" y="1068886"/>
            <a:ext cx="10530385" cy="431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87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849CF-6B50-4142-810F-F7003BBF43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00" t="31682" r="42387" b="41963"/>
          <a:stretch/>
        </p:blipFill>
        <p:spPr>
          <a:xfrm>
            <a:off x="2869674" y="2011681"/>
            <a:ext cx="6110324" cy="3830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CA9C9-5513-DDEB-04A2-D606C7A9C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22" t="57812" r="31847" b="30803"/>
          <a:stretch/>
        </p:blipFill>
        <p:spPr>
          <a:xfrm>
            <a:off x="1198689" y="314960"/>
            <a:ext cx="9794621" cy="14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90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5A7E-63DF-4678-B457-FC8E7A8E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815582"/>
            <a:ext cx="10058400" cy="942757"/>
          </a:xfrm>
        </p:spPr>
        <p:txBody>
          <a:bodyPr/>
          <a:lstStyle/>
          <a:p>
            <a:r>
              <a:rPr lang="en-US"/>
              <a:t>How many rectangles are there?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2C65A-5F2E-4D63-824A-82E268ACA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13" t="37524" r="19239" b="7611"/>
          <a:stretch/>
        </p:blipFill>
        <p:spPr>
          <a:xfrm>
            <a:off x="1066663" y="1758339"/>
            <a:ext cx="8859658" cy="441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74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91A1DA-33B8-41DA-B277-E2E0B08BA3A6}"/>
              </a:ext>
            </a:extLst>
          </p:cNvPr>
          <p:cNvCxnSpPr>
            <a:cxnSpLocks/>
          </p:cNvCxnSpPr>
          <p:nvPr/>
        </p:nvCxnSpPr>
        <p:spPr>
          <a:xfrm flipV="1">
            <a:off x="2186609" y="2985052"/>
            <a:ext cx="170621" cy="221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96B2EC-9083-49DF-863C-B40F8EC325B5}"/>
              </a:ext>
            </a:extLst>
          </p:cNvPr>
          <p:cNvCxnSpPr>
            <a:cxnSpLocks/>
          </p:cNvCxnSpPr>
          <p:nvPr/>
        </p:nvCxnSpPr>
        <p:spPr>
          <a:xfrm flipH="1">
            <a:off x="3048000" y="3740426"/>
            <a:ext cx="170622" cy="260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06DC674-7A2E-2303-0E94-119E917624AB}"/>
              </a:ext>
            </a:extLst>
          </p:cNvPr>
          <p:cNvGrpSpPr/>
          <p:nvPr/>
        </p:nvGrpSpPr>
        <p:grpSpPr>
          <a:xfrm>
            <a:off x="1148964" y="152400"/>
            <a:ext cx="10108315" cy="6167121"/>
            <a:chOff x="1789045" y="199742"/>
            <a:chExt cx="9210265" cy="645851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4E2C65A-5F2E-4D63-824A-82E268ACA5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8913" t="15248" r="19239" b="7611"/>
            <a:stretch/>
          </p:blipFill>
          <p:spPr>
            <a:xfrm>
              <a:off x="1789045" y="199742"/>
              <a:ext cx="9210265" cy="645851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09B888-E02F-426C-B25C-9439B6CFB29D}"/>
                </a:ext>
              </a:extLst>
            </p:cNvPr>
            <p:cNvSpPr/>
            <p:nvPr/>
          </p:nvSpPr>
          <p:spPr>
            <a:xfrm>
              <a:off x="4080014" y="2946160"/>
              <a:ext cx="556591" cy="10162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552917-9219-4A34-B86F-900E65F843B2}"/>
                </a:ext>
              </a:extLst>
            </p:cNvPr>
            <p:cNvSpPr/>
            <p:nvPr/>
          </p:nvSpPr>
          <p:spPr>
            <a:xfrm rot="20723031">
              <a:off x="5583376" y="3030873"/>
              <a:ext cx="860435" cy="8299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2700A7-0B5F-4C45-B016-68C2CA948C36}"/>
                </a:ext>
              </a:extLst>
            </p:cNvPr>
            <p:cNvSpPr/>
            <p:nvPr/>
          </p:nvSpPr>
          <p:spPr>
            <a:xfrm rot="20277670">
              <a:off x="2489817" y="2940954"/>
              <a:ext cx="359274" cy="11301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D21346-C05C-4FE7-97EA-B04617A6978D}"/>
                </a:ext>
              </a:extLst>
            </p:cNvPr>
            <p:cNvSpPr/>
            <p:nvPr/>
          </p:nvSpPr>
          <p:spPr>
            <a:xfrm rot="20747936">
              <a:off x="2606764" y="4989133"/>
              <a:ext cx="276464" cy="1377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8E894C-5D57-4672-A30B-755DC86E5827}"/>
                </a:ext>
              </a:extLst>
            </p:cNvPr>
            <p:cNvSpPr/>
            <p:nvPr/>
          </p:nvSpPr>
          <p:spPr>
            <a:xfrm rot="20747936">
              <a:off x="4174852" y="5032599"/>
              <a:ext cx="626074" cy="13395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0EB326-C539-4D47-844F-664480C1F69E}"/>
                </a:ext>
              </a:extLst>
            </p:cNvPr>
            <p:cNvSpPr/>
            <p:nvPr/>
          </p:nvSpPr>
          <p:spPr>
            <a:xfrm rot="19591021">
              <a:off x="6050073" y="5098332"/>
              <a:ext cx="720683" cy="11408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1BCAD79-1336-490E-A2C8-413AC72934A5}"/>
                </a:ext>
              </a:extLst>
            </p:cNvPr>
            <p:cNvSpPr/>
            <p:nvPr/>
          </p:nvSpPr>
          <p:spPr>
            <a:xfrm rot="20427797">
              <a:off x="7738163" y="5184157"/>
              <a:ext cx="932097" cy="9223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E14314A-A848-40D7-8FE1-E4A9B101996B}"/>
                </a:ext>
              </a:extLst>
            </p:cNvPr>
            <p:cNvSpPr/>
            <p:nvPr/>
          </p:nvSpPr>
          <p:spPr>
            <a:xfrm rot="20277670">
              <a:off x="2465064" y="796356"/>
              <a:ext cx="408783" cy="10078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7A38C8F-6593-4C25-A5E5-8258F5DC77DA}"/>
                </a:ext>
              </a:extLst>
            </p:cNvPr>
            <p:cNvSpPr/>
            <p:nvPr/>
          </p:nvSpPr>
          <p:spPr>
            <a:xfrm rot="18655888">
              <a:off x="3695784" y="908445"/>
              <a:ext cx="711893" cy="742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1194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7536-8A75-4FE4-9FFB-BF5B5841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What is the pattern?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511D-B4C1-4FAA-B3BC-6F2D725FB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Every time we increase the number of points by four, we can create another rectangle. </a:t>
            </a:r>
          </a:p>
        </p:txBody>
      </p:sp>
    </p:spTree>
    <p:extLst>
      <p:ext uri="{BB962C8B-B14F-4D97-AF65-F5344CB8AC3E}">
        <p14:creationId xmlns:p14="http://schemas.microsoft.com/office/powerpoint/2010/main" val="2480247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0073-7570-411D-A719-57F95B55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What is the rule?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739A5-AD31-4776-AC0B-B020BD1BC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/>
              <a:t>If you divide the number of points by 4, you can find the number of rectangles.</a:t>
            </a:r>
          </a:p>
          <a:p>
            <a:pPr marL="0" indent="0">
              <a:buNone/>
            </a:pPr>
            <a:endParaRPr lang="en-US" sz="3600"/>
          </a:p>
          <a:p>
            <a:pPr marL="0" indent="0">
              <a:buNone/>
            </a:pPr>
            <a:r>
              <a:rPr lang="en-US" sz="3600"/>
              <a:t>R = P/4</a:t>
            </a:r>
          </a:p>
        </p:txBody>
      </p:sp>
    </p:spTree>
    <p:extLst>
      <p:ext uri="{BB962C8B-B14F-4D97-AF65-F5344CB8AC3E}">
        <p14:creationId xmlns:p14="http://schemas.microsoft.com/office/powerpoint/2010/main" val="1005916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EC20-3B7A-4BEC-BAB2-EC4BCE4B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&amp; Verify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86AF3-AE01-487D-9023-4181F34B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To test our rule, we need to check that the values work and compare them to the patterns we have been given. </a:t>
            </a:r>
          </a:p>
        </p:txBody>
      </p:sp>
    </p:spTree>
    <p:extLst>
      <p:ext uri="{BB962C8B-B14F-4D97-AF65-F5344CB8AC3E}">
        <p14:creationId xmlns:p14="http://schemas.microsoft.com/office/powerpoint/2010/main" val="1175995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14D937-B402-4FBD-AAD6-5EE9E881C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95" t="17569" r="27392" b="12445"/>
          <a:stretch/>
        </p:blipFill>
        <p:spPr>
          <a:xfrm>
            <a:off x="1127760" y="60958"/>
            <a:ext cx="10505439" cy="6248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BBCB34-6F8A-44BD-BF66-EEDFBDD8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0" y="3185158"/>
            <a:ext cx="2214880" cy="70104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  <a:highlight>
                  <a:srgbClr val="FFFF00"/>
                </a:highlight>
              </a:rPr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344703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C53359-8187-029E-B116-82673017F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174823"/>
            <a:ext cx="8290560" cy="58929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CA0C1A-7E94-1CD6-E96B-BBE486518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431" y="174823"/>
            <a:ext cx="8290560" cy="600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44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7B678F-52C7-C5B2-534F-49587C9D7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51" b="55129"/>
          <a:stretch/>
        </p:blipFill>
        <p:spPr>
          <a:xfrm>
            <a:off x="315144" y="225790"/>
            <a:ext cx="6146616" cy="2372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0A1790-702C-557A-0BB8-40326AD6F828}"/>
              </a:ext>
            </a:extLst>
          </p:cNvPr>
          <p:cNvSpPr txBox="1"/>
          <p:nvPr/>
        </p:nvSpPr>
        <p:spPr>
          <a:xfrm>
            <a:off x="538665" y="5170451"/>
            <a:ext cx="765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c) Write the relationship between pattern number(n) &amp; number of matchsticks?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7B132-66B2-6F68-1E9F-1565A3B3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59"/>
          <a:stretch/>
        </p:blipFill>
        <p:spPr>
          <a:xfrm>
            <a:off x="619945" y="3252572"/>
            <a:ext cx="8208912" cy="1682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9A2B3A-0F98-D4BC-502C-26297296B89E}"/>
              </a:ext>
            </a:extLst>
          </p:cNvPr>
          <p:cNvSpPr txBox="1"/>
          <p:nvPr/>
        </p:nvSpPr>
        <p:spPr>
          <a:xfrm>
            <a:off x="619945" y="2658978"/>
            <a:ext cx="435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a) Draw the next 3 patterns in the sequence.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3DB68-58BF-AB5E-A8FE-A87D5AD29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710" y="2528373"/>
            <a:ext cx="3564330" cy="6863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17C3B8-5980-8B53-2DB5-4233F9469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05" y="3828853"/>
            <a:ext cx="7823955" cy="11314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530ABD-B7D3-9833-BBE4-059B7BCFC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691" y="5589240"/>
            <a:ext cx="4491420" cy="67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44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C37714-91C8-B618-595D-45A8FDA46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5" y="1412776"/>
            <a:ext cx="5588287" cy="12446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97C59D-A8A6-7200-EEC8-9A55C58A83B5}"/>
              </a:ext>
            </a:extLst>
          </p:cNvPr>
          <p:cNvSpPr txBox="1"/>
          <p:nvPr/>
        </p:nvSpPr>
        <p:spPr>
          <a:xfrm>
            <a:off x="1919537" y="2780928"/>
            <a:ext cx="753353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d) </a:t>
            </a:r>
            <a:r>
              <a:rPr lang="en-US" b="1"/>
              <a:t>Test</a:t>
            </a:r>
            <a:r>
              <a:rPr lang="en-US"/>
              <a:t> the relationship between pattern number(n) &amp; number of matchsticks?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3151C-C96F-440B-92E1-45355BCA68C5}"/>
              </a:ext>
            </a:extLst>
          </p:cNvPr>
          <p:cNvSpPr txBox="1"/>
          <p:nvPr/>
        </p:nvSpPr>
        <p:spPr>
          <a:xfrm>
            <a:off x="9481739" y="2780929"/>
            <a:ext cx="2422005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Recall Test</a:t>
            </a:r>
            <a:r>
              <a:rPr lang="en-US"/>
              <a:t>:</a:t>
            </a:r>
          </a:p>
          <a:p>
            <a:r>
              <a:rPr lang="en-GB"/>
              <a:t>Substitute numbers into your rule that were </a:t>
            </a:r>
            <a:r>
              <a:rPr lang="en-GB">
                <a:highlight>
                  <a:srgbClr val="FFFF00"/>
                </a:highlight>
              </a:rPr>
              <a:t>originally given to you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DDB9C-0D75-7C35-D7A7-7802359FDC45}"/>
              </a:ext>
            </a:extLst>
          </p:cNvPr>
          <p:cNvSpPr txBox="1"/>
          <p:nvPr/>
        </p:nvSpPr>
        <p:spPr>
          <a:xfrm>
            <a:off x="2185325" y="3196426"/>
            <a:ext cx="391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Check the relationship for n = 1, 2 and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6BB63-27DF-1E59-6067-6BDBD34BE414}"/>
              </a:ext>
            </a:extLst>
          </p:cNvPr>
          <p:cNvSpPr txBox="1"/>
          <p:nvPr/>
        </p:nvSpPr>
        <p:spPr>
          <a:xfrm>
            <a:off x="2209602" y="3621606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n = 1,</a:t>
            </a:r>
          </a:p>
          <a:p>
            <a:r>
              <a:rPr lang="en-US"/>
              <a:t>No. of matchsticks = 5(1) + 1</a:t>
            </a:r>
          </a:p>
          <a:p>
            <a:r>
              <a:rPr lang="en-US"/>
              <a:t>		=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797F7-032F-F4D2-BB46-D59D1A5D3E95}"/>
              </a:ext>
            </a:extLst>
          </p:cNvPr>
          <p:cNvSpPr txBox="1"/>
          <p:nvPr/>
        </p:nvSpPr>
        <p:spPr>
          <a:xfrm>
            <a:off x="2209602" y="4437112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n = 2,</a:t>
            </a:r>
          </a:p>
          <a:p>
            <a:r>
              <a:rPr lang="en-US"/>
              <a:t>No. of matchsticks = 5(2) + 1</a:t>
            </a:r>
          </a:p>
          <a:p>
            <a:r>
              <a:rPr lang="en-US"/>
              <a:t>		= 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A522A-ECFE-693B-5F9F-DBE1800A0A40}"/>
              </a:ext>
            </a:extLst>
          </p:cNvPr>
          <p:cNvSpPr txBox="1"/>
          <p:nvPr/>
        </p:nvSpPr>
        <p:spPr>
          <a:xfrm>
            <a:off x="2209601" y="5252618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n = 3,</a:t>
            </a:r>
          </a:p>
          <a:p>
            <a:r>
              <a:rPr lang="en-US"/>
              <a:t>No. of matchsticks = 5(3) + 1</a:t>
            </a:r>
          </a:p>
          <a:p>
            <a:r>
              <a:rPr lang="en-US"/>
              <a:t>		= 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EA8DD-EB3D-C3B2-DEA4-C79F7C9F8B6F}"/>
              </a:ext>
            </a:extLst>
          </p:cNvPr>
          <p:cNvSpPr txBox="1"/>
          <p:nvPr/>
        </p:nvSpPr>
        <p:spPr>
          <a:xfrm>
            <a:off x="5807968" y="5085184"/>
            <a:ext cx="6235086" cy="92333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For n = 1, 2 and 3,</a:t>
            </a:r>
          </a:p>
          <a:p>
            <a:r>
              <a:rPr lang="en-US"/>
              <a:t>The number of matchsticks matches with the given values above. The formula is tested &amp; it works correctly.</a:t>
            </a:r>
          </a:p>
        </p:txBody>
      </p:sp>
    </p:spTree>
    <p:extLst>
      <p:ext uri="{BB962C8B-B14F-4D97-AF65-F5344CB8AC3E}">
        <p14:creationId xmlns:p14="http://schemas.microsoft.com/office/powerpoint/2010/main" val="2618261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788E-0FDA-655A-3EA8-1081E4C5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6F4C1D-F6FD-5166-F4AE-5C156E532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5" y="1412776"/>
            <a:ext cx="5588287" cy="12446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701EBD-F79A-68D7-49C8-90930B2178C2}"/>
              </a:ext>
            </a:extLst>
          </p:cNvPr>
          <p:cNvSpPr txBox="1"/>
          <p:nvPr/>
        </p:nvSpPr>
        <p:spPr>
          <a:xfrm>
            <a:off x="1919536" y="2780928"/>
            <a:ext cx="77238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e) </a:t>
            </a:r>
            <a:r>
              <a:rPr lang="en-US" b="1"/>
              <a:t>Verify</a:t>
            </a:r>
            <a:r>
              <a:rPr lang="en-US"/>
              <a:t> the relationship between pattern number(n) &amp; number of matchsticks?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94E07-1DAF-F9D2-2548-94A8D2089FBD}"/>
              </a:ext>
            </a:extLst>
          </p:cNvPr>
          <p:cNvSpPr txBox="1"/>
          <p:nvPr/>
        </p:nvSpPr>
        <p:spPr>
          <a:xfrm>
            <a:off x="9552384" y="2780929"/>
            <a:ext cx="259228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Recall Verify</a:t>
            </a:r>
            <a:r>
              <a:rPr lang="en-US"/>
              <a:t>:</a:t>
            </a:r>
          </a:p>
          <a:p>
            <a:r>
              <a:rPr lang="en-GB"/>
              <a:t>Substitute numbers into your rule that you predicted. (Min-2, Max-3)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78840A-066A-F8F0-AEFC-C66157ED4F8D}"/>
              </a:ext>
            </a:extLst>
          </p:cNvPr>
          <p:cNvSpPr txBox="1"/>
          <p:nvPr/>
        </p:nvSpPr>
        <p:spPr>
          <a:xfrm>
            <a:off x="2185325" y="3196426"/>
            <a:ext cx="391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Check the relationship for n = 4, 5 and 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5552C3-9B2B-CEF4-E4CD-2FE20825390B}"/>
              </a:ext>
            </a:extLst>
          </p:cNvPr>
          <p:cNvSpPr txBox="1"/>
          <p:nvPr/>
        </p:nvSpPr>
        <p:spPr>
          <a:xfrm>
            <a:off x="2209602" y="3621606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n = 4,</a:t>
            </a:r>
          </a:p>
          <a:p>
            <a:r>
              <a:rPr lang="en-US"/>
              <a:t>No. of matchsticks = 5(4) + 1</a:t>
            </a:r>
          </a:p>
          <a:p>
            <a:r>
              <a:rPr lang="en-US"/>
              <a:t>		= 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2C0D4-F535-8AB1-BABC-4D350236B48D}"/>
              </a:ext>
            </a:extLst>
          </p:cNvPr>
          <p:cNvSpPr txBox="1"/>
          <p:nvPr/>
        </p:nvSpPr>
        <p:spPr>
          <a:xfrm>
            <a:off x="2209602" y="4437112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n = 5,</a:t>
            </a:r>
          </a:p>
          <a:p>
            <a:r>
              <a:rPr lang="en-US"/>
              <a:t>No. of matchsticks = 5(5) + 1</a:t>
            </a:r>
          </a:p>
          <a:p>
            <a:r>
              <a:rPr lang="en-US"/>
              <a:t>		= 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147E3-9451-9301-C5E6-40B1498CFC8B}"/>
              </a:ext>
            </a:extLst>
          </p:cNvPr>
          <p:cNvSpPr txBox="1"/>
          <p:nvPr/>
        </p:nvSpPr>
        <p:spPr>
          <a:xfrm>
            <a:off x="2209601" y="5252618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n = 6,</a:t>
            </a:r>
          </a:p>
          <a:p>
            <a:r>
              <a:rPr lang="en-US"/>
              <a:t>No. of matchsticks = 5(6) + 1</a:t>
            </a:r>
          </a:p>
          <a:p>
            <a:r>
              <a:rPr lang="en-US"/>
              <a:t>		= 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1F82E8-C0F4-9EF2-E2C6-EEEA9FAC6DC4}"/>
              </a:ext>
            </a:extLst>
          </p:cNvPr>
          <p:cNvSpPr txBox="1"/>
          <p:nvPr/>
        </p:nvSpPr>
        <p:spPr>
          <a:xfrm>
            <a:off x="5807968" y="5085184"/>
            <a:ext cx="6235086" cy="92333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For n = 4, 5  and 6,</a:t>
            </a:r>
          </a:p>
          <a:p>
            <a:r>
              <a:rPr lang="en-US"/>
              <a:t>The number of matchsticks matches with the given values above. The formula is verified.</a:t>
            </a:r>
          </a:p>
        </p:txBody>
      </p:sp>
    </p:spTree>
    <p:extLst>
      <p:ext uri="{BB962C8B-B14F-4D97-AF65-F5344CB8AC3E}">
        <p14:creationId xmlns:p14="http://schemas.microsoft.com/office/powerpoint/2010/main" val="310996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/>
      <p:bldP spid="15" grpId="0" animBg="1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F3B87C401AC242839DA526564AF249" ma:contentTypeVersion="10" ma:contentTypeDescription="Create a new document." ma:contentTypeScope="" ma:versionID="5ef536129e410a655f0d789f5cf0c08b">
  <xsd:schema xmlns:xsd="http://www.w3.org/2001/XMLSchema" xmlns:xs="http://www.w3.org/2001/XMLSchema" xmlns:p="http://schemas.microsoft.com/office/2006/metadata/properties" xmlns:ns2="3bf40a17-1379-4dab-b916-ab02e84cbd7f" xmlns:ns3="7585a208-2b07-4fdd-a66b-c2eba235bf2a" targetNamespace="http://schemas.microsoft.com/office/2006/metadata/properties" ma:root="true" ma:fieldsID="a17ed0daca53ef99276c901198520f52" ns2:_="" ns3:_="">
    <xsd:import namespace="3bf40a17-1379-4dab-b916-ab02e84cbd7f"/>
    <xsd:import namespace="7585a208-2b07-4fdd-a66b-c2eba235bf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40a17-1379-4dab-b916-ab02e84cbd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7f6946-4a22-4d9d-a252-11c3c178b8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a208-2b07-4fdd-a66b-c2eba235bf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c902c64-88d5-4a35-99fe-4bdce9883e8f}" ma:internalName="TaxCatchAll" ma:showField="CatchAllData" ma:web="7585a208-2b07-4fdd-a66b-c2eba235bf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85a208-2b07-4fdd-a66b-c2eba235bf2a" xsi:nil="true"/>
    <lcf76f155ced4ddcb4097134ff3c332f xmlns="3bf40a17-1379-4dab-b916-ab02e84cbd7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1341967-868C-4BD9-94F4-40EA259E90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1AA16A-8870-4475-A5F4-7715FBC0BA7F}">
  <ds:schemaRefs>
    <ds:schemaRef ds:uri="3bf40a17-1379-4dab-b916-ab02e84cbd7f"/>
    <ds:schemaRef ds:uri="7585a208-2b07-4fdd-a66b-c2eba235bf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23A20F-7D92-427E-A550-D773EB32E176}">
  <ds:schemaRefs>
    <ds:schemaRef ds:uri="3bf40a17-1379-4dab-b916-ab02e84cbd7f"/>
    <ds:schemaRef ds:uri="7585a208-2b07-4fdd-a66b-c2eba235bf2a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Retrospect</vt:lpstr>
      <vt:lpstr> Criterion B &amp; C</vt:lpstr>
      <vt:lpstr>Recap: What is true for polygon</vt:lpstr>
      <vt:lpstr>Recap: Diagonals</vt:lpstr>
      <vt:lpstr>Recap: Diagonals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Criterion B &amp; C</vt:lpstr>
      <vt:lpstr>Acer Starter 2</vt:lpstr>
      <vt:lpstr>   Count the Faces, Edges, and Vertices Complete the table below by filling in the missing values:</vt:lpstr>
      <vt:lpstr>Investigation: Building Steps with Square Tiles</vt:lpstr>
      <vt:lpstr>Building Block Towers</vt:lpstr>
      <vt:lpstr>5. Test and verify the formula you have found to check that it is correct. </vt:lpstr>
      <vt:lpstr>Try to join the points to create a rectangle</vt:lpstr>
      <vt:lpstr>PowerPoint Presentation</vt:lpstr>
      <vt:lpstr>PowerPoint Presentation</vt:lpstr>
      <vt:lpstr>How many rectangles are there?</vt:lpstr>
      <vt:lpstr>PowerPoint Presentation</vt:lpstr>
      <vt:lpstr>What is the pattern?</vt:lpstr>
      <vt:lpstr>What is the rule?</vt:lpstr>
      <vt:lpstr>Test &amp; Verify</vt:lpstr>
      <vt:lpstr>Extension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Rectangles in Circles</dc:title>
  <dc:creator>Katherine Ann Beswick</dc:creator>
  <cp:revision>1</cp:revision>
  <dcterms:created xsi:type="dcterms:W3CDTF">2020-11-30T04:19:36Z</dcterms:created>
  <dcterms:modified xsi:type="dcterms:W3CDTF">2026-02-11T15:01:09Z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0x010100D5F3B87C401AC242839DA526564AF249</vt:lpwstr>
  </property>
  <property fmtid="{D5CDD505-2E9C-101B-9397-08002B2CF9AE}" pid="3" name="MediaServiceImageTags">
    <vt:lpwstr/>
  </property>
</Properties>
</file>